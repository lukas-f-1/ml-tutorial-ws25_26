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4" r:id="rId2"/>
    <p:sldId id="277" r:id="rId3"/>
    <p:sldId id="266" r:id="rId4"/>
    <p:sldId id="286" r:id="rId5"/>
    <p:sldId id="287" r:id="rId6"/>
    <p:sldId id="288" r:id="rId7"/>
    <p:sldId id="267" r:id="rId8"/>
    <p:sldId id="275" r:id="rId9"/>
    <p:sldId id="276" r:id="rId10"/>
    <p:sldId id="268" r:id="rId11"/>
    <p:sldId id="273" r:id="rId12"/>
    <p:sldId id="269" r:id="rId13"/>
    <p:sldId id="274" r:id="rId14"/>
    <p:sldId id="283" r:id="rId15"/>
    <p:sldId id="280" r:id="rId16"/>
    <p:sldId id="281" r:id="rId17"/>
    <p:sldId id="28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EFEFE"/>
    <a:srgbClr val="898989"/>
    <a:srgbClr val="B90F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0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Error values</a:t>
            </a:r>
            <a:r>
              <a:rPr lang="de-DE" baseline="0"/>
              <a:t> for f2 (3L,16N) @30.000</a:t>
            </a:r>
            <a:endParaRPr lang="de-DE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Only Function (α = 1)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4.5399999999999998E-4</c:v>
                </c:pt>
                <c:pt idx="1">
                  <c:v>5.6579999999999998E-3</c:v>
                </c:pt>
                <c:pt idx="2">
                  <c:v>1.2907999999999999E-2</c:v>
                </c:pt>
                <c:pt idx="3">
                  <c:v>4.1241E-2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9-43FD-B849-52EFA3AAE7A4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Function and Gradient (α = 0.5)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2.5999999999999998E-5</c:v>
                </c:pt>
                <c:pt idx="1">
                  <c:v>1.6100000000000001E-4</c:v>
                </c:pt>
                <c:pt idx="2">
                  <c:v>3.2799999999999999E-3</c:v>
                </c:pt>
                <c:pt idx="3">
                  <c:v>8.5939999999999992E-3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9-43FD-B849-52EFA3AAE7A4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Only Gradient (α = 0)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MSE Function</c:v>
                </c:pt>
                <c:pt idx="1">
                  <c:v>MSE Gradient</c:v>
                </c:pt>
                <c:pt idx="2">
                  <c:v>Median Error Function</c:v>
                </c:pt>
                <c:pt idx="3">
                  <c:v>Median Error Gradient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183.29130599999999</c:v>
                </c:pt>
                <c:pt idx="1">
                  <c:v>2.3E-5</c:v>
                </c:pt>
                <c:pt idx="2">
                  <c:v>13.538781999999999</c:v>
                </c:pt>
                <c:pt idx="3">
                  <c:v>3.4250000000000001E-3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49-43FD-B849-52EFA3AAE7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41714288"/>
        <c:axId val="1941719568"/>
      </c:barChart>
      <c:catAx>
        <c:axId val="1941714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9568"/>
        <c:crossesAt val="1.0000000000000004E-5"/>
        <c:auto val="1"/>
        <c:lblAlgn val="ctr"/>
        <c:lblOffset val="100"/>
        <c:noMultiLvlLbl val="0"/>
      </c:catAx>
      <c:valAx>
        <c:axId val="1941719568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9417142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A78A55-3702-A9DD-485B-6C2348BAE6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5BEB75-8EA9-4247-AB36-A86D1153633A}" type="datetime1">
              <a:rPr lang="de-DE" smtClean="0">
                <a:solidFill>
                  <a:srgbClr val="898989"/>
                </a:solidFill>
              </a:rPr>
              <a:t>13.12.2025</a:t>
            </a:fld>
            <a:endParaRPr lang="de-DE">
              <a:solidFill>
                <a:srgbClr val="898989"/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3380354-33AD-CAA5-CECB-C976388172E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895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>
                <a:solidFill>
                  <a:srgbClr val="898989"/>
                </a:solidFill>
              </a:rPr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AF8F44-7C9B-FC9C-954B-B3100F2B9A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2718" y="7812000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A7D0D7-CB1E-4E76-B87A-A5F3A360A4B8}" type="slidenum">
              <a:rPr lang="de-DE" smtClean="0">
                <a:solidFill>
                  <a:srgbClr val="898989"/>
                </a:solidFill>
              </a:rPr>
              <a:t>‹Nr.›</a:t>
            </a:fld>
            <a:endParaRPr lang="de-DE">
              <a:solidFill>
                <a:srgbClr val="898989"/>
              </a:solidFill>
            </a:endParaRPr>
          </a:p>
        </p:txBody>
      </p:sp>
      <p:grpSp>
        <p:nvGrpSpPr>
          <p:cNvPr id="6" name="TU Da Logo">
            <a:extLst>
              <a:ext uri="{FF2B5EF4-FFF2-40B4-BE49-F238E27FC236}">
                <a16:creationId xmlns:a16="http://schemas.microsoft.com/office/drawing/2014/main" id="{1B2B06D3-8753-5133-9188-AE459F7AD654}"/>
              </a:ext>
            </a:extLst>
          </p:cNvPr>
          <p:cNvGrpSpPr/>
          <p:nvPr/>
        </p:nvGrpSpPr>
        <p:grpSpPr>
          <a:xfrm>
            <a:off x="119822" y="137059"/>
            <a:ext cx="1396524" cy="559248"/>
            <a:chOff x="7454900" y="306388"/>
            <a:chExt cx="1704610" cy="682624"/>
          </a:xfrm>
        </p:grpSpPr>
        <p:sp>
          <p:nvSpPr>
            <p:cNvPr id="7" name="AutoShape 3">
              <a:extLst>
                <a:ext uri="{FF2B5EF4-FFF2-40B4-BE49-F238E27FC236}">
                  <a16:creationId xmlns:a16="http://schemas.microsoft.com/office/drawing/2014/main" id="{0D839F9D-D886-2326-7EDA-CFF7F40AFE0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A88F50A3-1558-A807-1966-87F4BFE9FA8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D601C6E-9093-8CBD-FD59-89128CE6AC7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F27C1C5-EE32-79B6-CC5B-76E0A46695B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DCA98B89-C06C-1AFA-6046-473CE330AD7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CE97323-EA31-B978-ED66-B1F83219FC6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88BFE13B-74F5-DD35-6914-A8A6E24A024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00CFEF3E-A6FE-E8FE-10F8-3ED6C3F212C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70B05B52-12B6-944D-AC1A-F00C2F4E2E2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1E356202-0A47-80E7-90B0-E97229222D1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BB654D27-05C8-139B-EB9C-5F888F7226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</p:spTree>
    <p:extLst>
      <p:ext uri="{BB962C8B-B14F-4D97-AF65-F5344CB8AC3E}">
        <p14:creationId xmlns:p14="http://schemas.microsoft.com/office/powerpoint/2010/main" val="1810847879"/>
      </p:ext>
    </p:extLst>
  </p:cSld>
  <p:clrMap bg1="lt1" tx1="dk1" bg2="lt2" tx2="dk2" accent1="accent1" accent2="accent2" accent3="accent3" accent4="accent4" accent5="accent5" accent6="accent6" hlink="hlink" folHlink="folHlink"/>
  <p:hf hdr="0" ftr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rgbClr val="898989"/>
                </a:solidFill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0A89A431-735D-4157-B499-868DAC0D551C}" type="slidenum">
              <a:rPr lang="de-DE" smtClean="0"/>
              <a:pPr/>
              <a:t>‹Nr.›</a:t>
            </a:fld>
            <a:endParaRPr lang="de-DE"/>
          </a:p>
        </p:txBody>
      </p:sp>
      <p:grpSp>
        <p:nvGrpSpPr>
          <p:cNvPr id="8" name="TU Da Logo">
            <a:extLst>
              <a:ext uri="{FF2B5EF4-FFF2-40B4-BE49-F238E27FC236}">
                <a16:creationId xmlns:a16="http://schemas.microsoft.com/office/drawing/2014/main" id="{96C9F426-C331-5A79-76DF-05A5F9463BF3}"/>
              </a:ext>
            </a:extLst>
          </p:cNvPr>
          <p:cNvGrpSpPr/>
          <p:nvPr/>
        </p:nvGrpSpPr>
        <p:grpSpPr>
          <a:xfrm>
            <a:off x="0" y="0"/>
            <a:ext cx="1396524" cy="559248"/>
            <a:chOff x="7454900" y="306388"/>
            <a:chExt cx="1704610" cy="682624"/>
          </a:xfrm>
        </p:grpSpPr>
        <p:sp>
          <p:nvSpPr>
            <p:cNvPr id="9" name="AutoShape 3">
              <a:extLst>
                <a:ext uri="{FF2B5EF4-FFF2-40B4-BE49-F238E27FC236}">
                  <a16:creationId xmlns:a16="http://schemas.microsoft.com/office/drawing/2014/main" id="{29449998-EA2C-2328-4B51-411E09C4E08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A34355F-DA0C-5D6B-7826-E4185B86D4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73585" y="306388"/>
              <a:ext cx="1685925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F8FD2880-5146-CE19-42AE-BB9DE00652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019F0C27-B9AD-9598-6A47-3085A7D4B43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C03560C-EC72-CF50-20C3-4EA5F068426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0375D7A7-1E67-CF3A-F80C-50846D74CCD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FB124E21-02A5-C056-2D6F-5FA0D0D9C0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FD42C70B-C72B-02BF-16BD-BB8E559E3FF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F5539213-4F7F-2105-A3FB-10E097A76B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FFACB8FC-374A-F97F-4BCF-93906CBC44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5086F604-AA6F-7757-E42D-F621BFBEDB4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0" name="Notizenplatzhalter 19">
            <a:extLst>
              <a:ext uri="{FF2B5EF4-FFF2-40B4-BE49-F238E27FC236}">
                <a16:creationId xmlns:a16="http://schemas.microsoft.com/office/drawing/2014/main" id="{12F4F817-719A-78AC-E4C4-9C9BEF2E8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6449194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0F34F1D-630B-4079-9B34-05447F1C7D7B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9A431-735D-4157-B499-868DAC0D551C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3988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5" name="Titel 14">
            <a:extLst>
              <a:ext uri="{FF2B5EF4-FFF2-40B4-BE49-F238E27FC236}">
                <a16:creationId xmlns:a16="http://schemas.microsoft.com/office/drawing/2014/main" id="{07D5E84E-AACC-FCFD-4E11-BD6F4ED6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000" y="2529000"/>
            <a:ext cx="8976000" cy="108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33429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15BFB-F4C8-41EF-9863-D729B7607C60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Axel Becker</a:t>
            </a:r>
          </a:p>
        </p:txBody>
      </p:sp>
    </p:spTree>
    <p:extLst>
      <p:ext uri="{BB962C8B-B14F-4D97-AF65-F5344CB8AC3E}">
        <p14:creationId xmlns:p14="http://schemas.microsoft.com/office/powerpoint/2010/main" val="29767119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AA169-6FD2-40CA-AA45-1762D8F15C0E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3498994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- Ima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703780-5D85-D274-7391-0F765996C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6000" y="2520000"/>
            <a:ext cx="9360000" cy="1080000"/>
          </a:xfrm>
        </p:spPr>
        <p:txBody>
          <a:bodyPr anchor="b" anchorCtr="0">
            <a:normAutofit/>
          </a:bodyPr>
          <a:lstStyle>
            <a:lvl1pPr algn="ctr">
              <a:defRPr sz="4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FBF234-5426-5554-0876-C0CB41FEB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000" y="3789000"/>
            <a:ext cx="9360000" cy="1468800"/>
          </a:xfrm>
        </p:spPr>
        <p:txBody>
          <a:bodyPr>
            <a:normAutofit/>
          </a:bodyPr>
          <a:lstStyle>
            <a:lvl1pPr marL="0" indent="0" algn="ctr">
              <a:buNone/>
              <a:defRPr sz="1800" spc="4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30F3C0-3A75-8681-9853-8AC245B5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2C63E-E785-4AC4-8584-56ED67991F42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4576B-5E3F-FDCE-C398-AB2D5908E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3246F40-EFC5-4839-7377-B4D31824C810}"/>
              </a:ext>
            </a:extLst>
          </p:cNvPr>
          <p:cNvSpPr txBox="1"/>
          <p:nvPr userDrawn="1"/>
        </p:nvSpPr>
        <p:spPr>
          <a:xfrm rot="-5400000">
            <a:off x="10738800" y="5196244"/>
            <a:ext cx="2160000" cy="123111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r>
              <a:rPr lang="de-DE" sz="800">
                <a:solidFill>
                  <a:srgbClr val="898989"/>
                </a:solidFill>
              </a:rPr>
              <a:t>© Thomas Ott</a:t>
            </a:r>
          </a:p>
        </p:txBody>
      </p:sp>
    </p:spTree>
    <p:extLst>
      <p:ext uri="{BB962C8B-B14F-4D97-AF65-F5344CB8AC3E}">
        <p14:creationId xmlns:p14="http://schemas.microsoft.com/office/powerpoint/2010/main" val="1013982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CDA01-DDC9-2253-72DE-96209CE4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C98BC-77ED-57FD-F633-2BC8142A2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1980000"/>
            <a:ext cx="11519987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FCB9AE0-FB31-AD7B-F074-94F25823D69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86CE51-D677-4AC9-823A-D064195D494A}" type="datetime1">
              <a:rPr lang="de-DE" smtClean="0"/>
              <a:t>13.12.2025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DBDDB1D6-39C5-381A-1C8E-0B3A2109CC7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1513966-0604-55AE-E780-E1382633BFC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8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8DEF2-3EB0-7C61-65FD-4CF2BF6AA0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924000"/>
            <a:ext cx="11558700" cy="1080000"/>
          </a:xfrm>
        </p:spPr>
        <p:txBody>
          <a:bodyPr anchor="b">
            <a:normAutofit/>
          </a:bodyPr>
          <a:lstStyle>
            <a:lvl1pPr>
              <a:defRPr sz="4200"/>
            </a:lvl1pPr>
          </a:lstStyle>
          <a:p>
            <a:r>
              <a:rPr lang="de-DE"/>
              <a:t>Mastertitelformat </a:t>
            </a:r>
            <a:br>
              <a:rPr lang="de-DE"/>
            </a:br>
            <a:r>
              <a:rPr lang="de-DE"/>
              <a:t>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BB02D4D-81F0-49AF-1CF0-1A75D0BC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040000"/>
            <a:ext cx="7919993" cy="1080000"/>
          </a:xfr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A0B6FE2-4691-8E94-5E86-36CF5EFB7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4ACBB-9B77-4A07-9900-8662F33F5936}" type="datetime1">
              <a:rPr lang="de-DE" smtClean="0"/>
              <a:t>13.12.2025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590409-784D-7817-ED5F-00C6036B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0000" y="360000"/>
            <a:ext cx="8976000" cy="189000"/>
          </a:xfrm>
        </p:spPr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8A47B0-219D-E504-F79C-A5E591940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7053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4544-40DC-4288-275B-FB15B4D07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12A440-6CC2-C81B-AAB4-F8419E201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7ED3F4-B348-483E-9302-E6738DDC7957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A03BC-F835-8900-FE38-6958D04E8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69E877-7369-A8AF-FF8A-DDFA8A85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B08FBBD-180E-596B-F91F-8F6ADC5F63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CD333C59-0ADD-F97D-91D2-1E187ECAF60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209" y="1980000"/>
            <a:ext cx="55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8888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-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A8B7A-08C3-285D-CDA3-D0DCEF856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5C45FF0-DFBA-6FB8-5D9D-4E9A98A8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80009-1FB2-4B6A-A509-04E296054193}" type="datetime1">
              <a:rPr lang="de-DE" smtClean="0"/>
              <a:t>13.12.2025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1DAEC6-70FB-93F3-56DA-505CA7898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9F1D11-78E8-8CC4-923C-7925ADB7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D1F37F6-4222-0F2F-8273-DDE8A60C7A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3" y="1980000"/>
            <a:ext cx="11520487" cy="4068000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7B3ED93-4F10-B98E-C79A-9C75CB74FC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0363" y="6084000"/>
            <a:ext cx="11520487" cy="360000"/>
          </a:xfrm>
        </p:spPr>
        <p:txBody>
          <a:bodyPr anchor="ctr" anchorCtr="0">
            <a:noAutofit/>
          </a:bodyPr>
          <a:lstStyle>
            <a:lvl1pPr marL="0" indent="0">
              <a:buNone/>
              <a:defRPr sz="1400">
                <a:solidFill>
                  <a:schemeClr val="accent6"/>
                </a:solidFill>
              </a:defRPr>
            </a:lvl1pPr>
            <a:lvl2pPr marL="457200" indent="0">
              <a:buNone/>
              <a:defRPr sz="1400">
                <a:solidFill>
                  <a:schemeClr val="accent6"/>
                </a:solidFill>
              </a:defRPr>
            </a:lvl2pPr>
            <a:lvl3pPr marL="914400" indent="0">
              <a:buNone/>
              <a:defRPr sz="1400">
                <a:solidFill>
                  <a:schemeClr val="accent6"/>
                </a:solidFill>
              </a:defRPr>
            </a:lvl3pPr>
            <a:lvl4pPr marL="1371600" indent="0">
              <a:buNone/>
              <a:defRPr sz="1400">
                <a:solidFill>
                  <a:schemeClr val="accent6"/>
                </a:solidFill>
              </a:defRPr>
            </a:lvl4pPr>
            <a:lvl5pPr marL="1828800" indent="0">
              <a:buNone/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Bildunterschrift / Caption</a:t>
            </a:r>
          </a:p>
        </p:txBody>
      </p:sp>
    </p:spTree>
    <p:extLst>
      <p:ext uri="{BB962C8B-B14F-4D97-AF65-F5344CB8AC3E}">
        <p14:creationId xmlns:p14="http://schemas.microsoft.com/office/powerpoint/2010/main" val="3588630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C2DAB9-ADD2-1E42-D0D7-6395646D291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37534682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atumsplatzhalter 14">
            <a:extLst>
              <a:ext uri="{FF2B5EF4-FFF2-40B4-BE49-F238E27FC236}">
                <a16:creationId xmlns:a16="http://schemas.microsoft.com/office/drawing/2014/main" id="{0A305536-B2BD-AA93-E865-810C28CD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16" name="Fußzeilenplatzhalter 15">
            <a:extLst>
              <a:ext uri="{FF2B5EF4-FFF2-40B4-BE49-F238E27FC236}">
                <a16:creationId xmlns:a16="http://schemas.microsoft.com/office/drawing/2014/main" id="{2F2231C2-F505-A628-9BC8-FC1A24F19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CAFDAF9-9249-3789-8CBE-A4349C17A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446D46E4-273A-01FD-2CC1-05630817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7419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2DE3C2-C819-A980-93F3-EAC41895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77653-1C2A-45DE-8612-9C3F79842031}" type="datetime1">
              <a:rPr lang="de-DE" smtClean="0"/>
              <a:t>13.12.2025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40727B-45B4-9274-85DF-F723F18B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6601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59BFDA-5919-80E3-6FB9-03C9FBF6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5DB4C4-7360-79EC-43CC-2887232E8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1980000"/>
            <a:ext cx="11519987" cy="4500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grpSp>
        <p:nvGrpSpPr>
          <p:cNvPr id="7" name="TU Da Logo">
            <a:extLst>
              <a:ext uri="{FF2B5EF4-FFF2-40B4-BE49-F238E27FC236}">
                <a16:creationId xmlns:a16="http://schemas.microsoft.com/office/drawing/2014/main" id="{51119E7C-0EFF-440C-7D9B-DC934FA66296}"/>
              </a:ext>
            </a:extLst>
          </p:cNvPr>
          <p:cNvGrpSpPr/>
          <p:nvPr userDrawn="1"/>
        </p:nvGrpSpPr>
        <p:grpSpPr>
          <a:xfrm>
            <a:off x="9917994" y="179999"/>
            <a:ext cx="2272819" cy="910166"/>
            <a:chOff x="7454900" y="306388"/>
            <a:chExt cx="1704614" cy="682624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65BC44CB-CBBB-FAC0-EB9F-E8F9DC95037D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7454900" y="309563"/>
              <a:ext cx="1689100" cy="6778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9C445B24-F9B1-8960-5444-7772C7A47F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7454900" y="306388"/>
              <a:ext cx="1704614" cy="682624"/>
            </a:xfrm>
            <a:custGeom>
              <a:avLst/>
              <a:gdLst>
                <a:gd name="T0" fmla="*/ 0 w 2079"/>
                <a:gd name="T1" fmla="*/ 0 h 831"/>
                <a:gd name="T2" fmla="*/ 0 w 2079"/>
                <a:gd name="T3" fmla="*/ 0 h 831"/>
                <a:gd name="T4" fmla="*/ 2079 w 2079"/>
                <a:gd name="T5" fmla="*/ 0 h 831"/>
                <a:gd name="T6" fmla="*/ 2079 w 2079"/>
                <a:gd name="T7" fmla="*/ 831 h 831"/>
                <a:gd name="T8" fmla="*/ 0 w 2079"/>
                <a:gd name="T9" fmla="*/ 831 h 831"/>
                <a:gd name="T10" fmla="*/ 0 w 2079"/>
                <a:gd name="T11" fmla="*/ 0 h 8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79" h="831">
                  <a:moveTo>
                    <a:pt x="0" y="0"/>
                  </a:moveTo>
                  <a:lnTo>
                    <a:pt x="0" y="0"/>
                  </a:lnTo>
                  <a:lnTo>
                    <a:pt x="2079" y="0"/>
                  </a:lnTo>
                  <a:lnTo>
                    <a:pt x="2079" y="831"/>
                  </a:lnTo>
                  <a:lnTo>
                    <a:pt x="0" y="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78BFC59-1C78-1D5B-F297-FDAE60A3B3F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63 w 647"/>
                <a:gd name="T1" fmla="*/ 676 h 701"/>
                <a:gd name="T2" fmla="*/ 548 w 647"/>
                <a:gd name="T3" fmla="*/ 108 h 701"/>
                <a:gd name="T4" fmla="*/ 625 w 647"/>
                <a:gd name="T5" fmla="*/ 468 h 701"/>
                <a:gd name="T6" fmla="*/ 306 w 647"/>
                <a:gd name="T7" fmla="*/ 570 h 701"/>
                <a:gd name="T8" fmla="*/ 286 w 647"/>
                <a:gd name="T9" fmla="*/ 617 h 701"/>
                <a:gd name="T10" fmla="*/ 352 w 647"/>
                <a:gd name="T11" fmla="*/ 524 h 701"/>
                <a:gd name="T12" fmla="*/ 528 w 647"/>
                <a:gd name="T13" fmla="*/ 313 h 701"/>
                <a:gd name="T14" fmla="*/ 399 w 647"/>
                <a:gd name="T15" fmla="*/ 500 h 701"/>
                <a:gd name="T16" fmla="*/ 231 w 647"/>
                <a:gd name="T17" fmla="*/ 349 h 701"/>
                <a:gd name="T18" fmla="*/ 269 w 647"/>
                <a:gd name="T19" fmla="*/ 246 h 701"/>
                <a:gd name="T20" fmla="*/ 262 w 647"/>
                <a:gd name="T21" fmla="*/ 490 h 701"/>
                <a:gd name="T22" fmla="*/ 283 w 647"/>
                <a:gd name="T23" fmla="*/ 530 h 701"/>
                <a:gd name="T24" fmla="*/ 274 w 647"/>
                <a:gd name="T25" fmla="*/ 517 h 701"/>
                <a:gd name="T26" fmla="*/ 346 w 647"/>
                <a:gd name="T27" fmla="*/ 445 h 701"/>
                <a:gd name="T28" fmla="*/ 323 w 647"/>
                <a:gd name="T29" fmla="*/ 464 h 701"/>
                <a:gd name="T30" fmla="*/ 335 w 647"/>
                <a:gd name="T31" fmla="*/ 381 h 701"/>
                <a:gd name="T32" fmla="*/ 377 w 647"/>
                <a:gd name="T33" fmla="*/ 394 h 701"/>
                <a:gd name="T34" fmla="*/ 407 w 647"/>
                <a:gd name="T35" fmla="*/ 348 h 701"/>
                <a:gd name="T36" fmla="*/ 419 w 647"/>
                <a:gd name="T37" fmla="*/ 329 h 701"/>
                <a:gd name="T38" fmla="*/ 498 w 647"/>
                <a:gd name="T39" fmla="*/ 216 h 701"/>
                <a:gd name="T40" fmla="*/ 229 w 647"/>
                <a:gd name="T41" fmla="*/ 494 h 701"/>
                <a:gd name="T42" fmla="*/ 163 w 647"/>
                <a:gd name="T43" fmla="*/ 505 h 701"/>
                <a:gd name="T44" fmla="*/ 156 w 647"/>
                <a:gd name="T45" fmla="*/ 425 h 701"/>
                <a:gd name="T46" fmla="*/ 140 w 647"/>
                <a:gd name="T47" fmla="*/ 399 h 701"/>
                <a:gd name="T48" fmla="*/ 177 w 647"/>
                <a:gd name="T49" fmla="*/ 283 h 701"/>
                <a:gd name="T50" fmla="*/ 180 w 647"/>
                <a:gd name="T51" fmla="*/ 246 h 701"/>
                <a:gd name="T52" fmla="*/ 290 w 647"/>
                <a:gd name="T53" fmla="*/ 218 h 701"/>
                <a:gd name="T54" fmla="*/ 331 w 647"/>
                <a:gd name="T55" fmla="*/ 113 h 701"/>
                <a:gd name="T56" fmla="*/ 383 w 647"/>
                <a:gd name="T57" fmla="*/ 173 h 701"/>
                <a:gd name="T58" fmla="*/ 457 w 647"/>
                <a:gd name="T59" fmla="*/ 171 h 701"/>
                <a:gd name="T60" fmla="*/ 393 w 647"/>
                <a:gd name="T61" fmla="*/ 265 h 701"/>
                <a:gd name="T62" fmla="*/ 384 w 647"/>
                <a:gd name="T63" fmla="*/ 229 h 701"/>
                <a:gd name="T64" fmla="*/ 384 w 647"/>
                <a:gd name="T65" fmla="*/ 222 h 701"/>
                <a:gd name="T66" fmla="*/ 291 w 647"/>
                <a:gd name="T67" fmla="*/ 250 h 701"/>
                <a:gd name="T68" fmla="*/ 305 w 647"/>
                <a:gd name="T69" fmla="*/ 259 h 701"/>
                <a:gd name="T70" fmla="*/ 257 w 647"/>
                <a:gd name="T71" fmla="*/ 403 h 701"/>
                <a:gd name="T72" fmla="*/ 272 w 647"/>
                <a:gd name="T73" fmla="*/ 361 h 701"/>
                <a:gd name="T74" fmla="*/ 263 w 647"/>
                <a:gd name="T75" fmla="*/ 356 h 701"/>
                <a:gd name="T76" fmla="*/ 236 w 647"/>
                <a:gd name="T77" fmla="*/ 352 h 701"/>
                <a:gd name="T78" fmla="*/ 299 w 647"/>
                <a:gd name="T79" fmla="*/ 337 h 701"/>
                <a:gd name="T80" fmla="*/ 445 w 647"/>
                <a:gd name="T81" fmla="*/ 236 h 701"/>
                <a:gd name="T82" fmla="*/ 412 w 647"/>
                <a:gd name="T83" fmla="*/ 231 h 701"/>
                <a:gd name="T84" fmla="*/ 494 w 647"/>
                <a:gd name="T85" fmla="*/ 221 h 701"/>
                <a:gd name="T86" fmla="*/ 431 w 647"/>
                <a:gd name="T87" fmla="*/ 430 h 701"/>
                <a:gd name="T88" fmla="*/ 572 w 647"/>
                <a:gd name="T89" fmla="*/ 254 h 701"/>
                <a:gd name="T90" fmla="*/ 420 w 647"/>
                <a:gd name="T91" fmla="*/ 452 h 701"/>
                <a:gd name="T92" fmla="*/ 407 w 647"/>
                <a:gd name="T93" fmla="*/ 454 h 701"/>
                <a:gd name="T94" fmla="*/ 573 w 647"/>
                <a:gd name="T95" fmla="*/ 247 h 701"/>
                <a:gd name="T96" fmla="*/ 437 w 647"/>
                <a:gd name="T97" fmla="*/ 534 h 701"/>
                <a:gd name="T98" fmla="*/ 365 w 647"/>
                <a:gd name="T99" fmla="*/ 643 h 701"/>
                <a:gd name="T100" fmla="*/ 331 w 647"/>
                <a:gd name="T101" fmla="*/ 672 h 701"/>
                <a:gd name="T102" fmla="*/ 528 w 647"/>
                <a:gd name="T103" fmla="*/ 594 h 701"/>
                <a:gd name="T104" fmla="*/ 432 w 647"/>
                <a:gd name="T105" fmla="*/ 558 h 701"/>
                <a:gd name="T106" fmla="*/ 586 w 647"/>
                <a:gd name="T107" fmla="*/ 443 h 701"/>
                <a:gd name="T108" fmla="*/ 416 w 647"/>
                <a:gd name="T109" fmla="*/ 463 h 701"/>
                <a:gd name="T110" fmla="*/ 514 w 647"/>
                <a:gd name="T111" fmla="*/ 262 h 701"/>
                <a:gd name="T112" fmla="*/ 339 w 647"/>
                <a:gd name="T113" fmla="*/ 230 h 701"/>
                <a:gd name="T114" fmla="*/ 392 w 647"/>
                <a:gd name="T115" fmla="*/ 534 h 701"/>
                <a:gd name="T116" fmla="*/ 541 w 647"/>
                <a:gd name="T117" fmla="*/ 399 h 701"/>
                <a:gd name="T118" fmla="*/ 567 w 647"/>
                <a:gd name="T119" fmla="*/ 404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  <a:moveTo>
                    <a:pt x="264" y="503"/>
                  </a:moveTo>
                  <a:lnTo>
                    <a:pt x="264" y="503"/>
                  </a:lnTo>
                  <a:cubicBezTo>
                    <a:pt x="264" y="504"/>
                    <a:pt x="264" y="504"/>
                    <a:pt x="264" y="504"/>
                  </a:cubicBezTo>
                  <a:cubicBezTo>
                    <a:pt x="266" y="507"/>
                    <a:pt x="268" y="510"/>
                    <a:pt x="270" y="513"/>
                  </a:cubicBezTo>
                  <a:cubicBezTo>
                    <a:pt x="281" y="504"/>
                    <a:pt x="292" y="495"/>
                    <a:pt x="301" y="486"/>
                  </a:cubicBezTo>
                  <a:cubicBezTo>
                    <a:pt x="297" y="483"/>
                    <a:pt x="292" y="481"/>
                    <a:pt x="288" y="479"/>
                  </a:cubicBezTo>
                  <a:cubicBezTo>
                    <a:pt x="281" y="486"/>
                    <a:pt x="275" y="490"/>
                    <a:pt x="262" y="490"/>
                  </a:cubicBezTo>
                  <a:cubicBezTo>
                    <a:pt x="260" y="490"/>
                    <a:pt x="259" y="488"/>
                    <a:pt x="260" y="486"/>
                  </a:cubicBezTo>
                  <a:cubicBezTo>
                    <a:pt x="262" y="479"/>
                    <a:pt x="260" y="461"/>
                    <a:pt x="260" y="452"/>
                  </a:cubicBezTo>
                  <a:cubicBezTo>
                    <a:pt x="259" y="450"/>
                    <a:pt x="258" y="448"/>
                    <a:pt x="257" y="446"/>
                  </a:cubicBezTo>
                  <a:cubicBezTo>
                    <a:pt x="253" y="447"/>
                    <a:pt x="249" y="447"/>
                    <a:pt x="243" y="447"/>
                  </a:cubicBezTo>
                  <a:cubicBezTo>
                    <a:pt x="240" y="447"/>
                    <a:pt x="239" y="444"/>
                    <a:pt x="241" y="442"/>
                  </a:cubicBezTo>
                  <a:cubicBezTo>
                    <a:pt x="250" y="434"/>
                    <a:pt x="249" y="423"/>
                    <a:pt x="250" y="408"/>
                  </a:cubicBezTo>
                  <a:cubicBezTo>
                    <a:pt x="245" y="411"/>
                    <a:pt x="237" y="417"/>
                    <a:pt x="233" y="419"/>
                  </a:cubicBezTo>
                  <a:cubicBezTo>
                    <a:pt x="237" y="458"/>
                    <a:pt x="250" y="483"/>
                    <a:pt x="264" y="503"/>
                  </a:cubicBezTo>
                  <a:lnTo>
                    <a:pt x="264" y="503"/>
                  </a:lnTo>
                  <a:close/>
                  <a:moveTo>
                    <a:pt x="291" y="540"/>
                  </a:moveTo>
                  <a:lnTo>
                    <a:pt x="291" y="540"/>
                  </a:lnTo>
                  <a:cubicBezTo>
                    <a:pt x="406" y="463"/>
                    <a:pt x="451" y="323"/>
                    <a:pt x="554" y="235"/>
                  </a:cubicBezTo>
                  <a:lnTo>
                    <a:pt x="539" y="232"/>
                  </a:lnTo>
                  <a:cubicBezTo>
                    <a:pt x="536" y="231"/>
                    <a:pt x="536" y="231"/>
                    <a:pt x="536" y="228"/>
                  </a:cubicBezTo>
                  <a:lnTo>
                    <a:pt x="539" y="207"/>
                  </a:lnTo>
                  <a:cubicBezTo>
                    <a:pt x="444" y="303"/>
                    <a:pt x="391" y="462"/>
                    <a:pt x="283" y="530"/>
                  </a:cubicBezTo>
                  <a:cubicBezTo>
                    <a:pt x="286" y="533"/>
                    <a:pt x="288" y="536"/>
                    <a:pt x="291" y="540"/>
                  </a:cubicBezTo>
                  <a:lnTo>
                    <a:pt x="291" y="540"/>
                  </a:lnTo>
                  <a:close/>
                  <a:moveTo>
                    <a:pt x="558" y="188"/>
                  </a:moveTo>
                  <a:lnTo>
                    <a:pt x="558" y="188"/>
                  </a:lnTo>
                  <a:cubicBezTo>
                    <a:pt x="554" y="192"/>
                    <a:pt x="549" y="196"/>
                    <a:pt x="545" y="200"/>
                  </a:cubicBezTo>
                  <a:lnTo>
                    <a:pt x="542" y="227"/>
                  </a:lnTo>
                  <a:lnTo>
                    <a:pt x="560" y="230"/>
                  </a:lnTo>
                  <a:cubicBezTo>
                    <a:pt x="563" y="228"/>
                    <a:pt x="566" y="225"/>
                    <a:pt x="570" y="222"/>
                  </a:cubicBezTo>
                  <a:lnTo>
                    <a:pt x="567" y="216"/>
                  </a:lnTo>
                  <a:cubicBezTo>
                    <a:pt x="562" y="217"/>
                    <a:pt x="557" y="215"/>
                    <a:pt x="555" y="210"/>
                  </a:cubicBezTo>
                  <a:cubicBezTo>
                    <a:pt x="553" y="204"/>
                    <a:pt x="556" y="199"/>
                    <a:pt x="561" y="197"/>
                  </a:cubicBezTo>
                  <a:lnTo>
                    <a:pt x="558" y="188"/>
                  </a:lnTo>
                  <a:lnTo>
                    <a:pt x="558" y="188"/>
                  </a:lnTo>
                  <a:close/>
                  <a:moveTo>
                    <a:pt x="308" y="487"/>
                  </a:moveTo>
                  <a:lnTo>
                    <a:pt x="308" y="487"/>
                  </a:lnTo>
                  <a:cubicBezTo>
                    <a:pt x="297" y="498"/>
                    <a:pt x="286" y="508"/>
                    <a:pt x="274" y="517"/>
                  </a:cubicBezTo>
                  <a:lnTo>
                    <a:pt x="274" y="518"/>
                  </a:lnTo>
                  <a:cubicBezTo>
                    <a:pt x="276" y="521"/>
                    <a:pt x="278" y="523"/>
                    <a:pt x="280" y="525"/>
                  </a:cubicBezTo>
                  <a:cubicBezTo>
                    <a:pt x="336" y="490"/>
                    <a:pt x="378" y="429"/>
                    <a:pt x="419" y="364"/>
                  </a:cubicBezTo>
                  <a:cubicBezTo>
                    <a:pt x="454" y="308"/>
                    <a:pt x="492" y="245"/>
                    <a:pt x="540" y="197"/>
                  </a:cubicBezTo>
                  <a:cubicBezTo>
                    <a:pt x="540" y="197"/>
                    <a:pt x="541" y="197"/>
                    <a:pt x="541" y="196"/>
                  </a:cubicBezTo>
                  <a:cubicBezTo>
                    <a:pt x="546" y="192"/>
                    <a:pt x="551" y="187"/>
                    <a:pt x="556" y="183"/>
                  </a:cubicBezTo>
                  <a:lnTo>
                    <a:pt x="552" y="170"/>
                  </a:lnTo>
                  <a:cubicBezTo>
                    <a:pt x="533" y="185"/>
                    <a:pt x="516" y="203"/>
                    <a:pt x="500" y="222"/>
                  </a:cubicBezTo>
                  <a:cubicBezTo>
                    <a:pt x="500" y="222"/>
                    <a:pt x="500" y="223"/>
                    <a:pt x="500" y="223"/>
                  </a:cubicBezTo>
                  <a:cubicBezTo>
                    <a:pt x="469" y="260"/>
                    <a:pt x="443" y="302"/>
                    <a:pt x="418" y="341"/>
                  </a:cubicBezTo>
                  <a:cubicBezTo>
                    <a:pt x="405" y="361"/>
                    <a:pt x="392" y="382"/>
                    <a:pt x="378" y="402"/>
                  </a:cubicBezTo>
                  <a:cubicBezTo>
                    <a:pt x="378" y="402"/>
                    <a:pt x="378" y="402"/>
                    <a:pt x="378" y="402"/>
                  </a:cubicBezTo>
                  <a:cubicBezTo>
                    <a:pt x="372" y="411"/>
                    <a:pt x="366" y="419"/>
                    <a:pt x="360" y="426"/>
                  </a:cubicBezTo>
                  <a:cubicBezTo>
                    <a:pt x="360" y="427"/>
                    <a:pt x="360" y="427"/>
                    <a:pt x="360" y="427"/>
                  </a:cubicBezTo>
                  <a:cubicBezTo>
                    <a:pt x="355" y="433"/>
                    <a:pt x="351" y="439"/>
                    <a:pt x="347" y="444"/>
                  </a:cubicBezTo>
                  <a:cubicBezTo>
                    <a:pt x="346" y="444"/>
                    <a:pt x="346" y="445"/>
                    <a:pt x="346" y="445"/>
                  </a:cubicBezTo>
                  <a:cubicBezTo>
                    <a:pt x="340" y="453"/>
                    <a:pt x="333" y="461"/>
                    <a:pt x="326" y="468"/>
                  </a:cubicBezTo>
                  <a:cubicBezTo>
                    <a:pt x="326" y="469"/>
                    <a:pt x="326" y="469"/>
                    <a:pt x="325" y="469"/>
                  </a:cubicBezTo>
                  <a:cubicBezTo>
                    <a:pt x="320" y="475"/>
                    <a:pt x="314" y="481"/>
                    <a:pt x="308" y="487"/>
                  </a:cubicBezTo>
                  <a:lnTo>
                    <a:pt x="308" y="487"/>
                  </a:lnTo>
                  <a:lnTo>
                    <a:pt x="308" y="487"/>
                  </a:lnTo>
                  <a:close/>
                  <a:moveTo>
                    <a:pt x="306" y="482"/>
                  </a:moveTo>
                  <a:lnTo>
                    <a:pt x="306" y="482"/>
                  </a:lnTo>
                  <a:cubicBezTo>
                    <a:pt x="310" y="477"/>
                    <a:pt x="314" y="473"/>
                    <a:pt x="318" y="469"/>
                  </a:cubicBezTo>
                  <a:cubicBezTo>
                    <a:pt x="292" y="465"/>
                    <a:pt x="277" y="452"/>
                    <a:pt x="272" y="437"/>
                  </a:cubicBezTo>
                  <a:cubicBezTo>
                    <a:pt x="268" y="440"/>
                    <a:pt x="265" y="443"/>
                    <a:pt x="262" y="444"/>
                  </a:cubicBezTo>
                  <a:cubicBezTo>
                    <a:pt x="263" y="446"/>
                    <a:pt x="264" y="447"/>
                    <a:pt x="264" y="449"/>
                  </a:cubicBezTo>
                  <a:cubicBezTo>
                    <a:pt x="265" y="449"/>
                    <a:pt x="265" y="449"/>
                    <a:pt x="265" y="450"/>
                  </a:cubicBezTo>
                  <a:cubicBezTo>
                    <a:pt x="276" y="467"/>
                    <a:pt x="288" y="472"/>
                    <a:pt x="306" y="482"/>
                  </a:cubicBezTo>
                  <a:lnTo>
                    <a:pt x="306" y="482"/>
                  </a:lnTo>
                  <a:close/>
                  <a:moveTo>
                    <a:pt x="323" y="464"/>
                  </a:moveTo>
                  <a:lnTo>
                    <a:pt x="323" y="464"/>
                  </a:lnTo>
                  <a:cubicBezTo>
                    <a:pt x="327" y="459"/>
                    <a:pt x="331" y="454"/>
                    <a:pt x="335" y="449"/>
                  </a:cubicBezTo>
                  <a:cubicBezTo>
                    <a:pt x="287" y="463"/>
                    <a:pt x="257" y="387"/>
                    <a:pt x="339" y="356"/>
                  </a:cubicBezTo>
                  <a:cubicBezTo>
                    <a:pt x="333" y="354"/>
                    <a:pt x="327" y="352"/>
                    <a:pt x="321" y="349"/>
                  </a:cubicBezTo>
                  <a:cubicBezTo>
                    <a:pt x="268" y="373"/>
                    <a:pt x="250" y="454"/>
                    <a:pt x="323" y="464"/>
                  </a:cubicBezTo>
                  <a:lnTo>
                    <a:pt x="323" y="464"/>
                  </a:lnTo>
                  <a:close/>
                  <a:moveTo>
                    <a:pt x="343" y="440"/>
                  </a:moveTo>
                  <a:lnTo>
                    <a:pt x="343" y="440"/>
                  </a:lnTo>
                  <a:cubicBezTo>
                    <a:pt x="347" y="435"/>
                    <a:pt x="351" y="430"/>
                    <a:pt x="355" y="424"/>
                  </a:cubicBezTo>
                  <a:cubicBezTo>
                    <a:pt x="357" y="410"/>
                    <a:pt x="353" y="394"/>
                    <a:pt x="336" y="386"/>
                  </a:cubicBezTo>
                  <a:cubicBezTo>
                    <a:pt x="331" y="389"/>
                    <a:pt x="326" y="392"/>
                    <a:pt x="322" y="396"/>
                  </a:cubicBezTo>
                  <a:cubicBezTo>
                    <a:pt x="348" y="400"/>
                    <a:pt x="348" y="433"/>
                    <a:pt x="324" y="433"/>
                  </a:cubicBezTo>
                  <a:cubicBezTo>
                    <a:pt x="305" y="433"/>
                    <a:pt x="306" y="409"/>
                    <a:pt x="314" y="397"/>
                  </a:cubicBezTo>
                  <a:cubicBezTo>
                    <a:pt x="314" y="397"/>
                    <a:pt x="315" y="396"/>
                    <a:pt x="315" y="396"/>
                  </a:cubicBezTo>
                  <a:lnTo>
                    <a:pt x="315" y="396"/>
                  </a:lnTo>
                  <a:cubicBezTo>
                    <a:pt x="319" y="391"/>
                    <a:pt x="325" y="386"/>
                    <a:pt x="334" y="381"/>
                  </a:cubicBezTo>
                  <a:cubicBezTo>
                    <a:pt x="334" y="381"/>
                    <a:pt x="334" y="381"/>
                    <a:pt x="335" y="381"/>
                  </a:cubicBezTo>
                  <a:cubicBezTo>
                    <a:pt x="341" y="378"/>
                    <a:pt x="349" y="375"/>
                    <a:pt x="358" y="373"/>
                  </a:cubicBezTo>
                  <a:cubicBezTo>
                    <a:pt x="358" y="372"/>
                    <a:pt x="359" y="372"/>
                    <a:pt x="359" y="372"/>
                  </a:cubicBezTo>
                  <a:cubicBezTo>
                    <a:pt x="364" y="371"/>
                    <a:pt x="370" y="370"/>
                    <a:pt x="377" y="369"/>
                  </a:cubicBezTo>
                  <a:cubicBezTo>
                    <a:pt x="372" y="367"/>
                    <a:pt x="366" y="365"/>
                    <a:pt x="360" y="363"/>
                  </a:cubicBezTo>
                  <a:cubicBezTo>
                    <a:pt x="356" y="362"/>
                    <a:pt x="352" y="360"/>
                    <a:pt x="348" y="359"/>
                  </a:cubicBezTo>
                  <a:cubicBezTo>
                    <a:pt x="259" y="388"/>
                    <a:pt x="295" y="466"/>
                    <a:pt x="343" y="440"/>
                  </a:cubicBezTo>
                  <a:lnTo>
                    <a:pt x="343" y="440"/>
                  </a:lnTo>
                  <a:close/>
                  <a:moveTo>
                    <a:pt x="361" y="416"/>
                  </a:moveTo>
                  <a:lnTo>
                    <a:pt x="361" y="416"/>
                  </a:lnTo>
                  <a:cubicBezTo>
                    <a:pt x="365" y="411"/>
                    <a:pt x="369" y="405"/>
                    <a:pt x="373" y="400"/>
                  </a:cubicBezTo>
                  <a:cubicBezTo>
                    <a:pt x="372" y="395"/>
                    <a:pt x="366" y="385"/>
                    <a:pt x="358" y="378"/>
                  </a:cubicBezTo>
                  <a:cubicBezTo>
                    <a:pt x="353" y="380"/>
                    <a:pt x="347" y="381"/>
                    <a:pt x="342" y="384"/>
                  </a:cubicBezTo>
                  <a:cubicBezTo>
                    <a:pt x="356" y="391"/>
                    <a:pt x="361" y="404"/>
                    <a:pt x="361" y="416"/>
                  </a:cubicBezTo>
                  <a:lnTo>
                    <a:pt x="361" y="416"/>
                  </a:lnTo>
                  <a:close/>
                  <a:moveTo>
                    <a:pt x="377" y="394"/>
                  </a:moveTo>
                  <a:lnTo>
                    <a:pt x="377" y="394"/>
                  </a:lnTo>
                  <a:cubicBezTo>
                    <a:pt x="381" y="388"/>
                    <a:pt x="385" y="382"/>
                    <a:pt x="389" y="376"/>
                  </a:cubicBezTo>
                  <a:cubicBezTo>
                    <a:pt x="388" y="375"/>
                    <a:pt x="387" y="375"/>
                    <a:pt x="386" y="374"/>
                  </a:cubicBezTo>
                  <a:cubicBezTo>
                    <a:pt x="380" y="375"/>
                    <a:pt x="373" y="375"/>
                    <a:pt x="365" y="377"/>
                  </a:cubicBezTo>
                  <a:cubicBezTo>
                    <a:pt x="370" y="382"/>
                    <a:pt x="374" y="389"/>
                    <a:pt x="377" y="394"/>
                  </a:cubicBezTo>
                  <a:lnTo>
                    <a:pt x="377" y="394"/>
                  </a:lnTo>
                  <a:close/>
                  <a:moveTo>
                    <a:pt x="392" y="372"/>
                  </a:moveTo>
                  <a:lnTo>
                    <a:pt x="392" y="372"/>
                  </a:lnTo>
                  <a:cubicBezTo>
                    <a:pt x="396" y="365"/>
                    <a:pt x="400" y="359"/>
                    <a:pt x="404" y="353"/>
                  </a:cubicBezTo>
                  <a:cubicBezTo>
                    <a:pt x="389" y="349"/>
                    <a:pt x="360" y="351"/>
                    <a:pt x="343" y="351"/>
                  </a:cubicBezTo>
                  <a:cubicBezTo>
                    <a:pt x="349" y="354"/>
                    <a:pt x="355" y="356"/>
                    <a:pt x="362" y="358"/>
                  </a:cubicBezTo>
                  <a:cubicBezTo>
                    <a:pt x="371" y="361"/>
                    <a:pt x="380" y="364"/>
                    <a:pt x="387" y="369"/>
                  </a:cubicBezTo>
                  <a:cubicBezTo>
                    <a:pt x="388" y="369"/>
                    <a:pt x="388" y="369"/>
                    <a:pt x="388" y="369"/>
                  </a:cubicBezTo>
                  <a:cubicBezTo>
                    <a:pt x="389" y="370"/>
                    <a:pt x="391" y="371"/>
                    <a:pt x="392" y="372"/>
                  </a:cubicBezTo>
                  <a:lnTo>
                    <a:pt x="392" y="372"/>
                  </a:lnTo>
                  <a:close/>
                  <a:moveTo>
                    <a:pt x="407" y="348"/>
                  </a:moveTo>
                  <a:lnTo>
                    <a:pt x="407" y="348"/>
                  </a:lnTo>
                  <a:cubicBezTo>
                    <a:pt x="410" y="343"/>
                    <a:pt x="413" y="339"/>
                    <a:pt x="416" y="334"/>
                  </a:cubicBezTo>
                  <a:cubicBezTo>
                    <a:pt x="399" y="329"/>
                    <a:pt x="371" y="330"/>
                    <a:pt x="354" y="330"/>
                  </a:cubicBezTo>
                  <a:cubicBezTo>
                    <a:pt x="333" y="331"/>
                    <a:pt x="312" y="331"/>
                    <a:pt x="295" y="327"/>
                  </a:cubicBezTo>
                  <a:cubicBezTo>
                    <a:pt x="304" y="335"/>
                    <a:pt x="315" y="340"/>
                    <a:pt x="327" y="345"/>
                  </a:cubicBezTo>
                  <a:cubicBezTo>
                    <a:pt x="335" y="347"/>
                    <a:pt x="356" y="345"/>
                    <a:pt x="363" y="345"/>
                  </a:cubicBezTo>
                  <a:cubicBezTo>
                    <a:pt x="379" y="345"/>
                    <a:pt x="396" y="345"/>
                    <a:pt x="407" y="348"/>
                  </a:cubicBezTo>
                  <a:lnTo>
                    <a:pt x="407" y="348"/>
                  </a:lnTo>
                  <a:close/>
                  <a:moveTo>
                    <a:pt x="419" y="329"/>
                  </a:moveTo>
                  <a:lnTo>
                    <a:pt x="419" y="329"/>
                  </a:lnTo>
                  <a:cubicBezTo>
                    <a:pt x="421" y="325"/>
                    <a:pt x="424" y="322"/>
                    <a:pt x="426" y="318"/>
                  </a:cubicBezTo>
                  <a:cubicBezTo>
                    <a:pt x="404" y="309"/>
                    <a:pt x="369" y="312"/>
                    <a:pt x="346" y="312"/>
                  </a:cubicBezTo>
                  <a:cubicBezTo>
                    <a:pt x="320" y="312"/>
                    <a:pt x="293" y="311"/>
                    <a:pt x="276" y="296"/>
                  </a:cubicBezTo>
                  <a:cubicBezTo>
                    <a:pt x="279" y="305"/>
                    <a:pt x="283" y="312"/>
                    <a:pt x="287" y="318"/>
                  </a:cubicBezTo>
                  <a:cubicBezTo>
                    <a:pt x="313" y="329"/>
                    <a:pt x="361" y="323"/>
                    <a:pt x="391" y="325"/>
                  </a:cubicBezTo>
                  <a:cubicBezTo>
                    <a:pt x="401" y="325"/>
                    <a:pt x="411" y="326"/>
                    <a:pt x="419" y="329"/>
                  </a:cubicBezTo>
                  <a:lnTo>
                    <a:pt x="419" y="329"/>
                  </a:lnTo>
                  <a:close/>
                  <a:moveTo>
                    <a:pt x="429" y="313"/>
                  </a:moveTo>
                  <a:lnTo>
                    <a:pt x="429" y="313"/>
                  </a:lnTo>
                  <a:cubicBezTo>
                    <a:pt x="432" y="309"/>
                    <a:pt x="434" y="305"/>
                    <a:pt x="437" y="301"/>
                  </a:cubicBezTo>
                  <a:cubicBezTo>
                    <a:pt x="428" y="298"/>
                    <a:pt x="420" y="296"/>
                    <a:pt x="411" y="295"/>
                  </a:cubicBezTo>
                  <a:cubicBezTo>
                    <a:pt x="411" y="295"/>
                    <a:pt x="411" y="295"/>
                    <a:pt x="410" y="295"/>
                  </a:cubicBezTo>
                  <a:cubicBezTo>
                    <a:pt x="388" y="291"/>
                    <a:pt x="366" y="292"/>
                    <a:pt x="343" y="293"/>
                  </a:cubicBezTo>
                  <a:cubicBezTo>
                    <a:pt x="328" y="293"/>
                    <a:pt x="314" y="292"/>
                    <a:pt x="302" y="288"/>
                  </a:cubicBezTo>
                  <a:cubicBezTo>
                    <a:pt x="301" y="288"/>
                    <a:pt x="301" y="288"/>
                    <a:pt x="301" y="288"/>
                  </a:cubicBezTo>
                  <a:cubicBezTo>
                    <a:pt x="291" y="285"/>
                    <a:pt x="282" y="279"/>
                    <a:pt x="275" y="269"/>
                  </a:cubicBezTo>
                  <a:cubicBezTo>
                    <a:pt x="274" y="270"/>
                    <a:pt x="273" y="271"/>
                    <a:pt x="272" y="272"/>
                  </a:cubicBezTo>
                  <a:cubicBezTo>
                    <a:pt x="273" y="277"/>
                    <a:pt x="273" y="281"/>
                    <a:pt x="274" y="285"/>
                  </a:cubicBezTo>
                  <a:cubicBezTo>
                    <a:pt x="288" y="304"/>
                    <a:pt x="316" y="307"/>
                    <a:pt x="346" y="307"/>
                  </a:cubicBezTo>
                  <a:cubicBezTo>
                    <a:pt x="371" y="307"/>
                    <a:pt x="406" y="303"/>
                    <a:pt x="429" y="313"/>
                  </a:cubicBezTo>
                  <a:lnTo>
                    <a:pt x="429" y="313"/>
                  </a:lnTo>
                  <a:close/>
                  <a:moveTo>
                    <a:pt x="498" y="216"/>
                  </a:moveTo>
                  <a:lnTo>
                    <a:pt x="498" y="216"/>
                  </a:lnTo>
                  <a:cubicBezTo>
                    <a:pt x="500" y="213"/>
                    <a:pt x="503" y="210"/>
                    <a:pt x="506" y="207"/>
                  </a:cubicBezTo>
                  <a:cubicBezTo>
                    <a:pt x="491" y="202"/>
                    <a:pt x="477" y="199"/>
                    <a:pt x="463" y="196"/>
                  </a:cubicBezTo>
                  <a:cubicBezTo>
                    <a:pt x="463" y="196"/>
                    <a:pt x="462" y="196"/>
                    <a:pt x="462" y="196"/>
                  </a:cubicBezTo>
                  <a:cubicBezTo>
                    <a:pt x="456" y="195"/>
                    <a:pt x="449" y="195"/>
                    <a:pt x="443" y="194"/>
                  </a:cubicBezTo>
                  <a:cubicBezTo>
                    <a:pt x="445" y="198"/>
                    <a:pt x="447" y="203"/>
                    <a:pt x="447" y="209"/>
                  </a:cubicBezTo>
                  <a:cubicBezTo>
                    <a:pt x="450" y="212"/>
                    <a:pt x="452" y="216"/>
                    <a:pt x="452" y="220"/>
                  </a:cubicBezTo>
                  <a:cubicBezTo>
                    <a:pt x="456" y="218"/>
                    <a:pt x="462" y="217"/>
                    <a:pt x="468" y="219"/>
                  </a:cubicBezTo>
                  <a:cubicBezTo>
                    <a:pt x="473" y="208"/>
                    <a:pt x="488" y="206"/>
                    <a:pt x="498" y="216"/>
                  </a:cubicBezTo>
                  <a:lnTo>
                    <a:pt x="498" y="216"/>
                  </a:lnTo>
                  <a:close/>
                  <a:moveTo>
                    <a:pt x="187" y="551"/>
                  </a:moveTo>
                  <a:lnTo>
                    <a:pt x="187" y="551"/>
                  </a:lnTo>
                  <a:lnTo>
                    <a:pt x="238" y="513"/>
                  </a:lnTo>
                  <a:cubicBezTo>
                    <a:pt x="236" y="508"/>
                    <a:pt x="233" y="504"/>
                    <a:pt x="231" y="499"/>
                  </a:cubicBezTo>
                  <a:lnTo>
                    <a:pt x="188" y="526"/>
                  </a:lnTo>
                  <a:cubicBezTo>
                    <a:pt x="185" y="528"/>
                    <a:pt x="182" y="523"/>
                    <a:pt x="185" y="521"/>
                  </a:cubicBezTo>
                  <a:lnTo>
                    <a:pt x="229" y="494"/>
                  </a:lnTo>
                  <a:cubicBezTo>
                    <a:pt x="227" y="491"/>
                    <a:pt x="225" y="487"/>
                    <a:pt x="224" y="483"/>
                  </a:cubicBezTo>
                  <a:lnTo>
                    <a:pt x="165" y="511"/>
                  </a:lnTo>
                  <a:cubicBezTo>
                    <a:pt x="171" y="524"/>
                    <a:pt x="178" y="538"/>
                    <a:pt x="187" y="551"/>
                  </a:cubicBezTo>
                  <a:lnTo>
                    <a:pt x="187" y="551"/>
                  </a:lnTo>
                  <a:close/>
                  <a:moveTo>
                    <a:pt x="241" y="518"/>
                  </a:moveTo>
                  <a:lnTo>
                    <a:pt x="241" y="518"/>
                  </a:lnTo>
                  <a:lnTo>
                    <a:pt x="190" y="556"/>
                  </a:lnTo>
                  <a:cubicBezTo>
                    <a:pt x="198" y="569"/>
                    <a:pt x="208" y="581"/>
                    <a:pt x="219" y="593"/>
                  </a:cubicBezTo>
                  <a:lnTo>
                    <a:pt x="259" y="545"/>
                  </a:lnTo>
                  <a:cubicBezTo>
                    <a:pt x="256" y="542"/>
                    <a:pt x="254" y="538"/>
                    <a:pt x="251" y="534"/>
                  </a:cubicBezTo>
                  <a:lnTo>
                    <a:pt x="213" y="572"/>
                  </a:lnTo>
                  <a:cubicBezTo>
                    <a:pt x="210" y="575"/>
                    <a:pt x="207" y="571"/>
                    <a:pt x="209" y="568"/>
                  </a:cubicBezTo>
                  <a:lnTo>
                    <a:pt x="248" y="530"/>
                  </a:lnTo>
                  <a:cubicBezTo>
                    <a:pt x="246" y="526"/>
                    <a:pt x="243" y="522"/>
                    <a:pt x="241" y="518"/>
                  </a:cubicBezTo>
                  <a:lnTo>
                    <a:pt x="241" y="518"/>
                  </a:lnTo>
                  <a:close/>
                  <a:moveTo>
                    <a:pt x="163" y="505"/>
                  </a:moveTo>
                  <a:lnTo>
                    <a:pt x="163" y="505"/>
                  </a:lnTo>
                  <a:lnTo>
                    <a:pt x="222" y="478"/>
                  </a:lnTo>
                  <a:cubicBezTo>
                    <a:pt x="220" y="474"/>
                    <a:pt x="219" y="470"/>
                    <a:pt x="218" y="466"/>
                  </a:cubicBezTo>
                  <a:lnTo>
                    <a:pt x="169" y="481"/>
                  </a:lnTo>
                  <a:cubicBezTo>
                    <a:pt x="166" y="482"/>
                    <a:pt x="164" y="476"/>
                    <a:pt x="168" y="475"/>
                  </a:cubicBezTo>
                  <a:lnTo>
                    <a:pt x="216" y="461"/>
                  </a:lnTo>
                  <a:cubicBezTo>
                    <a:pt x="214" y="456"/>
                    <a:pt x="213" y="451"/>
                    <a:pt x="212" y="445"/>
                  </a:cubicBezTo>
                  <a:lnTo>
                    <a:pt x="147" y="459"/>
                  </a:lnTo>
                  <a:cubicBezTo>
                    <a:pt x="151" y="475"/>
                    <a:pt x="156" y="490"/>
                    <a:pt x="163" y="505"/>
                  </a:cubicBezTo>
                  <a:lnTo>
                    <a:pt x="163" y="505"/>
                  </a:lnTo>
                  <a:close/>
                  <a:moveTo>
                    <a:pt x="146" y="454"/>
                  </a:moveTo>
                  <a:lnTo>
                    <a:pt x="146" y="454"/>
                  </a:lnTo>
                  <a:lnTo>
                    <a:pt x="210" y="440"/>
                  </a:lnTo>
                  <a:cubicBezTo>
                    <a:pt x="209" y="435"/>
                    <a:pt x="209" y="431"/>
                    <a:pt x="208" y="426"/>
                  </a:cubicBezTo>
                  <a:lnTo>
                    <a:pt x="157" y="431"/>
                  </a:lnTo>
                  <a:cubicBezTo>
                    <a:pt x="153" y="431"/>
                    <a:pt x="153" y="426"/>
                    <a:pt x="156" y="425"/>
                  </a:cubicBezTo>
                  <a:lnTo>
                    <a:pt x="207" y="421"/>
                  </a:lnTo>
                  <a:cubicBezTo>
                    <a:pt x="206" y="416"/>
                    <a:pt x="206" y="411"/>
                    <a:pt x="206" y="405"/>
                  </a:cubicBezTo>
                  <a:lnTo>
                    <a:pt x="140" y="404"/>
                  </a:lnTo>
                  <a:cubicBezTo>
                    <a:pt x="141" y="421"/>
                    <a:pt x="143" y="437"/>
                    <a:pt x="146" y="454"/>
                  </a:cubicBezTo>
                  <a:lnTo>
                    <a:pt x="146" y="454"/>
                  </a:lnTo>
                  <a:close/>
                  <a:moveTo>
                    <a:pt x="140" y="399"/>
                  </a:moveTo>
                  <a:lnTo>
                    <a:pt x="140" y="399"/>
                  </a:lnTo>
                  <a:lnTo>
                    <a:pt x="206" y="400"/>
                  </a:lnTo>
                  <a:cubicBezTo>
                    <a:pt x="205" y="395"/>
                    <a:pt x="205" y="391"/>
                    <a:pt x="206" y="387"/>
                  </a:cubicBezTo>
                  <a:lnTo>
                    <a:pt x="155" y="381"/>
                  </a:lnTo>
                  <a:cubicBezTo>
                    <a:pt x="151" y="381"/>
                    <a:pt x="152" y="375"/>
                    <a:pt x="156" y="375"/>
                  </a:cubicBezTo>
                  <a:lnTo>
                    <a:pt x="206" y="381"/>
                  </a:lnTo>
                  <a:cubicBezTo>
                    <a:pt x="206" y="375"/>
                    <a:pt x="207" y="370"/>
                    <a:pt x="207" y="364"/>
                  </a:cubicBezTo>
                  <a:lnTo>
                    <a:pt x="144" y="351"/>
                  </a:lnTo>
                  <a:cubicBezTo>
                    <a:pt x="141" y="367"/>
                    <a:pt x="140" y="383"/>
                    <a:pt x="140" y="399"/>
                  </a:cubicBezTo>
                  <a:lnTo>
                    <a:pt x="140" y="399"/>
                  </a:lnTo>
                  <a:close/>
                  <a:moveTo>
                    <a:pt x="144" y="346"/>
                  </a:moveTo>
                  <a:lnTo>
                    <a:pt x="144" y="346"/>
                  </a:lnTo>
                  <a:lnTo>
                    <a:pt x="208" y="359"/>
                  </a:lnTo>
                  <a:cubicBezTo>
                    <a:pt x="209" y="354"/>
                    <a:pt x="210" y="350"/>
                    <a:pt x="211" y="346"/>
                  </a:cubicBezTo>
                  <a:lnTo>
                    <a:pt x="162" y="330"/>
                  </a:lnTo>
                  <a:cubicBezTo>
                    <a:pt x="158" y="329"/>
                    <a:pt x="160" y="324"/>
                    <a:pt x="163" y="325"/>
                  </a:cubicBezTo>
                  <a:lnTo>
                    <a:pt x="212" y="340"/>
                  </a:lnTo>
                  <a:cubicBezTo>
                    <a:pt x="213" y="336"/>
                    <a:pt x="214" y="332"/>
                    <a:pt x="215" y="328"/>
                  </a:cubicBezTo>
                  <a:lnTo>
                    <a:pt x="157" y="299"/>
                  </a:lnTo>
                  <a:cubicBezTo>
                    <a:pt x="151" y="314"/>
                    <a:pt x="147" y="330"/>
                    <a:pt x="144" y="346"/>
                  </a:cubicBezTo>
                  <a:lnTo>
                    <a:pt x="144" y="346"/>
                  </a:lnTo>
                  <a:close/>
                  <a:moveTo>
                    <a:pt x="159" y="293"/>
                  </a:moveTo>
                  <a:lnTo>
                    <a:pt x="159" y="293"/>
                  </a:lnTo>
                  <a:lnTo>
                    <a:pt x="217" y="322"/>
                  </a:lnTo>
                  <a:cubicBezTo>
                    <a:pt x="219" y="318"/>
                    <a:pt x="220" y="314"/>
                    <a:pt x="222" y="310"/>
                  </a:cubicBezTo>
                  <a:lnTo>
                    <a:pt x="177" y="283"/>
                  </a:lnTo>
                  <a:cubicBezTo>
                    <a:pt x="174" y="281"/>
                    <a:pt x="177" y="276"/>
                    <a:pt x="180" y="278"/>
                  </a:cubicBezTo>
                  <a:lnTo>
                    <a:pt x="224" y="305"/>
                  </a:lnTo>
                  <a:cubicBezTo>
                    <a:pt x="226" y="300"/>
                    <a:pt x="228" y="296"/>
                    <a:pt x="230" y="292"/>
                  </a:cubicBezTo>
                  <a:lnTo>
                    <a:pt x="178" y="251"/>
                  </a:lnTo>
                  <a:cubicBezTo>
                    <a:pt x="170" y="265"/>
                    <a:pt x="164" y="279"/>
                    <a:pt x="159" y="293"/>
                  </a:cubicBezTo>
                  <a:lnTo>
                    <a:pt x="159" y="293"/>
                  </a:lnTo>
                  <a:close/>
                  <a:moveTo>
                    <a:pt x="180" y="246"/>
                  </a:moveTo>
                  <a:lnTo>
                    <a:pt x="180" y="246"/>
                  </a:lnTo>
                  <a:lnTo>
                    <a:pt x="233" y="287"/>
                  </a:lnTo>
                  <a:cubicBezTo>
                    <a:pt x="235" y="283"/>
                    <a:pt x="237" y="280"/>
                    <a:pt x="239" y="276"/>
                  </a:cubicBezTo>
                  <a:lnTo>
                    <a:pt x="200" y="239"/>
                  </a:lnTo>
                  <a:cubicBezTo>
                    <a:pt x="198" y="237"/>
                    <a:pt x="202" y="233"/>
                    <a:pt x="204" y="235"/>
                  </a:cubicBezTo>
                  <a:lnTo>
                    <a:pt x="242" y="271"/>
                  </a:lnTo>
                  <a:cubicBezTo>
                    <a:pt x="245" y="267"/>
                    <a:pt x="248" y="263"/>
                    <a:pt x="251" y="259"/>
                  </a:cubicBezTo>
                  <a:lnTo>
                    <a:pt x="207" y="208"/>
                  </a:lnTo>
                  <a:cubicBezTo>
                    <a:pt x="197" y="220"/>
                    <a:pt x="188" y="233"/>
                    <a:pt x="180" y="246"/>
                  </a:cubicBezTo>
                  <a:lnTo>
                    <a:pt x="180" y="246"/>
                  </a:lnTo>
                  <a:close/>
                  <a:moveTo>
                    <a:pt x="210" y="203"/>
                  </a:moveTo>
                  <a:lnTo>
                    <a:pt x="210" y="203"/>
                  </a:lnTo>
                  <a:lnTo>
                    <a:pt x="254" y="254"/>
                  </a:lnTo>
                  <a:cubicBezTo>
                    <a:pt x="257" y="251"/>
                    <a:pt x="260" y="247"/>
                    <a:pt x="263" y="244"/>
                  </a:cubicBezTo>
                  <a:lnTo>
                    <a:pt x="230" y="199"/>
                  </a:lnTo>
                  <a:cubicBezTo>
                    <a:pt x="228" y="196"/>
                    <a:pt x="233" y="193"/>
                    <a:pt x="235" y="196"/>
                  </a:cubicBezTo>
                  <a:lnTo>
                    <a:pt x="267" y="240"/>
                  </a:lnTo>
                  <a:cubicBezTo>
                    <a:pt x="270" y="236"/>
                    <a:pt x="273" y="233"/>
                    <a:pt x="277" y="230"/>
                  </a:cubicBezTo>
                  <a:lnTo>
                    <a:pt x="242" y="169"/>
                  </a:lnTo>
                  <a:cubicBezTo>
                    <a:pt x="231" y="180"/>
                    <a:pt x="220" y="191"/>
                    <a:pt x="210" y="203"/>
                  </a:cubicBezTo>
                  <a:lnTo>
                    <a:pt x="210" y="203"/>
                  </a:lnTo>
                  <a:close/>
                  <a:moveTo>
                    <a:pt x="246" y="166"/>
                  </a:moveTo>
                  <a:lnTo>
                    <a:pt x="246" y="166"/>
                  </a:lnTo>
                  <a:lnTo>
                    <a:pt x="281" y="226"/>
                  </a:lnTo>
                  <a:cubicBezTo>
                    <a:pt x="284" y="223"/>
                    <a:pt x="287" y="220"/>
                    <a:pt x="290" y="218"/>
                  </a:cubicBezTo>
                  <a:lnTo>
                    <a:pt x="267" y="165"/>
                  </a:lnTo>
                  <a:cubicBezTo>
                    <a:pt x="266" y="161"/>
                    <a:pt x="271" y="159"/>
                    <a:pt x="273" y="163"/>
                  </a:cubicBezTo>
                  <a:lnTo>
                    <a:pt x="295" y="214"/>
                  </a:lnTo>
                  <a:cubicBezTo>
                    <a:pt x="299" y="211"/>
                    <a:pt x="303" y="208"/>
                    <a:pt x="307" y="205"/>
                  </a:cubicBezTo>
                  <a:lnTo>
                    <a:pt x="284" y="137"/>
                  </a:lnTo>
                  <a:cubicBezTo>
                    <a:pt x="271" y="146"/>
                    <a:pt x="258" y="155"/>
                    <a:pt x="246" y="166"/>
                  </a:cubicBezTo>
                  <a:lnTo>
                    <a:pt x="246" y="166"/>
                  </a:lnTo>
                  <a:close/>
                  <a:moveTo>
                    <a:pt x="289" y="134"/>
                  </a:moveTo>
                  <a:lnTo>
                    <a:pt x="289" y="134"/>
                  </a:lnTo>
                  <a:lnTo>
                    <a:pt x="312" y="202"/>
                  </a:lnTo>
                  <a:cubicBezTo>
                    <a:pt x="316" y="200"/>
                    <a:pt x="319" y="198"/>
                    <a:pt x="323" y="196"/>
                  </a:cubicBezTo>
                  <a:lnTo>
                    <a:pt x="310" y="139"/>
                  </a:lnTo>
                  <a:cubicBezTo>
                    <a:pt x="309" y="135"/>
                    <a:pt x="314" y="134"/>
                    <a:pt x="315" y="137"/>
                  </a:cubicBezTo>
                  <a:lnTo>
                    <a:pt x="328" y="193"/>
                  </a:lnTo>
                  <a:cubicBezTo>
                    <a:pt x="332" y="191"/>
                    <a:pt x="336" y="189"/>
                    <a:pt x="340" y="187"/>
                  </a:cubicBezTo>
                  <a:lnTo>
                    <a:pt x="331" y="113"/>
                  </a:lnTo>
                  <a:cubicBezTo>
                    <a:pt x="316" y="119"/>
                    <a:pt x="302" y="126"/>
                    <a:pt x="289" y="134"/>
                  </a:cubicBezTo>
                  <a:lnTo>
                    <a:pt x="289" y="134"/>
                  </a:lnTo>
                  <a:close/>
                  <a:moveTo>
                    <a:pt x="336" y="111"/>
                  </a:moveTo>
                  <a:lnTo>
                    <a:pt x="336" y="111"/>
                  </a:lnTo>
                  <a:lnTo>
                    <a:pt x="346" y="185"/>
                  </a:lnTo>
                  <a:cubicBezTo>
                    <a:pt x="350" y="183"/>
                    <a:pt x="354" y="181"/>
                    <a:pt x="359" y="180"/>
                  </a:cubicBezTo>
                  <a:lnTo>
                    <a:pt x="357" y="118"/>
                  </a:lnTo>
                  <a:cubicBezTo>
                    <a:pt x="357" y="114"/>
                    <a:pt x="362" y="114"/>
                    <a:pt x="362" y="118"/>
                  </a:cubicBezTo>
                  <a:lnTo>
                    <a:pt x="364" y="178"/>
                  </a:lnTo>
                  <a:cubicBezTo>
                    <a:pt x="369" y="176"/>
                    <a:pt x="373" y="175"/>
                    <a:pt x="377" y="174"/>
                  </a:cubicBezTo>
                  <a:lnTo>
                    <a:pt x="383" y="97"/>
                  </a:lnTo>
                  <a:cubicBezTo>
                    <a:pt x="367" y="100"/>
                    <a:pt x="351" y="105"/>
                    <a:pt x="336" y="111"/>
                  </a:cubicBezTo>
                  <a:lnTo>
                    <a:pt x="336" y="111"/>
                  </a:lnTo>
                  <a:close/>
                  <a:moveTo>
                    <a:pt x="388" y="96"/>
                  </a:moveTo>
                  <a:lnTo>
                    <a:pt x="388" y="96"/>
                  </a:lnTo>
                  <a:lnTo>
                    <a:pt x="383" y="173"/>
                  </a:lnTo>
                  <a:cubicBezTo>
                    <a:pt x="388" y="172"/>
                    <a:pt x="393" y="171"/>
                    <a:pt x="398" y="170"/>
                  </a:cubicBezTo>
                  <a:lnTo>
                    <a:pt x="408" y="109"/>
                  </a:lnTo>
                  <a:cubicBezTo>
                    <a:pt x="408" y="106"/>
                    <a:pt x="414" y="107"/>
                    <a:pt x="413" y="110"/>
                  </a:cubicBezTo>
                  <a:lnTo>
                    <a:pt x="404" y="169"/>
                  </a:lnTo>
                  <a:cubicBezTo>
                    <a:pt x="408" y="169"/>
                    <a:pt x="412" y="169"/>
                    <a:pt x="416" y="168"/>
                  </a:cubicBezTo>
                  <a:lnTo>
                    <a:pt x="436" y="91"/>
                  </a:lnTo>
                  <a:cubicBezTo>
                    <a:pt x="420" y="92"/>
                    <a:pt x="404" y="93"/>
                    <a:pt x="388" y="96"/>
                  </a:cubicBezTo>
                  <a:lnTo>
                    <a:pt x="388" y="96"/>
                  </a:lnTo>
                  <a:close/>
                  <a:moveTo>
                    <a:pt x="442" y="91"/>
                  </a:moveTo>
                  <a:lnTo>
                    <a:pt x="442" y="91"/>
                  </a:lnTo>
                  <a:lnTo>
                    <a:pt x="422" y="168"/>
                  </a:lnTo>
                  <a:cubicBezTo>
                    <a:pt x="427" y="168"/>
                    <a:pt x="432" y="168"/>
                    <a:pt x="437" y="168"/>
                  </a:cubicBezTo>
                  <a:lnTo>
                    <a:pt x="456" y="108"/>
                  </a:lnTo>
                  <a:cubicBezTo>
                    <a:pt x="457" y="104"/>
                    <a:pt x="463" y="106"/>
                    <a:pt x="462" y="109"/>
                  </a:cubicBezTo>
                  <a:lnTo>
                    <a:pt x="443" y="169"/>
                  </a:lnTo>
                  <a:cubicBezTo>
                    <a:pt x="448" y="169"/>
                    <a:pt x="452" y="170"/>
                    <a:pt x="457" y="171"/>
                  </a:cubicBezTo>
                  <a:lnTo>
                    <a:pt x="489" y="95"/>
                  </a:lnTo>
                  <a:cubicBezTo>
                    <a:pt x="473" y="93"/>
                    <a:pt x="457" y="91"/>
                    <a:pt x="442" y="91"/>
                  </a:cubicBezTo>
                  <a:lnTo>
                    <a:pt x="442" y="91"/>
                  </a:lnTo>
                  <a:close/>
                  <a:moveTo>
                    <a:pt x="495" y="96"/>
                  </a:moveTo>
                  <a:lnTo>
                    <a:pt x="495" y="96"/>
                  </a:lnTo>
                  <a:lnTo>
                    <a:pt x="463" y="172"/>
                  </a:lnTo>
                  <a:cubicBezTo>
                    <a:pt x="467" y="172"/>
                    <a:pt x="471" y="173"/>
                    <a:pt x="475" y="174"/>
                  </a:cubicBezTo>
                  <a:lnTo>
                    <a:pt x="507" y="113"/>
                  </a:lnTo>
                  <a:cubicBezTo>
                    <a:pt x="509" y="110"/>
                    <a:pt x="514" y="112"/>
                    <a:pt x="512" y="116"/>
                  </a:cubicBezTo>
                  <a:lnTo>
                    <a:pt x="481" y="176"/>
                  </a:lnTo>
                  <a:cubicBezTo>
                    <a:pt x="486" y="177"/>
                    <a:pt x="492" y="179"/>
                    <a:pt x="497" y="181"/>
                  </a:cubicBezTo>
                  <a:lnTo>
                    <a:pt x="541" y="108"/>
                  </a:lnTo>
                  <a:cubicBezTo>
                    <a:pt x="526" y="103"/>
                    <a:pt x="510" y="99"/>
                    <a:pt x="495" y="96"/>
                  </a:cubicBezTo>
                  <a:lnTo>
                    <a:pt x="495" y="96"/>
                  </a:lnTo>
                  <a:close/>
                  <a:moveTo>
                    <a:pt x="393" y="265"/>
                  </a:moveTo>
                  <a:lnTo>
                    <a:pt x="393" y="265"/>
                  </a:lnTo>
                  <a:cubicBezTo>
                    <a:pt x="393" y="266"/>
                    <a:pt x="393" y="266"/>
                    <a:pt x="393" y="267"/>
                  </a:cubicBezTo>
                  <a:cubicBezTo>
                    <a:pt x="392" y="267"/>
                    <a:pt x="392" y="267"/>
                    <a:pt x="391" y="268"/>
                  </a:cubicBezTo>
                  <a:cubicBezTo>
                    <a:pt x="391" y="268"/>
                    <a:pt x="391" y="268"/>
                    <a:pt x="391" y="268"/>
                  </a:cubicBezTo>
                  <a:cubicBezTo>
                    <a:pt x="386" y="269"/>
                    <a:pt x="381" y="268"/>
                    <a:pt x="377" y="268"/>
                  </a:cubicBezTo>
                  <a:cubicBezTo>
                    <a:pt x="376" y="268"/>
                    <a:pt x="376" y="268"/>
                    <a:pt x="375" y="269"/>
                  </a:cubicBezTo>
                  <a:cubicBezTo>
                    <a:pt x="376" y="274"/>
                    <a:pt x="379" y="281"/>
                    <a:pt x="385" y="287"/>
                  </a:cubicBezTo>
                  <a:cubicBezTo>
                    <a:pt x="389" y="287"/>
                    <a:pt x="393" y="287"/>
                    <a:pt x="398" y="288"/>
                  </a:cubicBezTo>
                  <a:lnTo>
                    <a:pt x="410" y="236"/>
                  </a:lnTo>
                  <a:cubicBezTo>
                    <a:pt x="396" y="232"/>
                    <a:pt x="393" y="208"/>
                    <a:pt x="411" y="204"/>
                  </a:cubicBezTo>
                  <a:cubicBezTo>
                    <a:pt x="411" y="200"/>
                    <a:pt x="413" y="197"/>
                    <a:pt x="416" y="194"/>
                  </a:cubicBezTo>
                  <a:cubicBezTo>
                    <a:pt x="406" y="195"/>
                    <a:pt x="396" y="196"/>
                    <a:pt x="387" y="198"/>
                  </a:cubicBezTo>
                  <a:lnTo>
                    <a:pt x="390" y="227"/>
                  </a:lnTo>
                  <a:cubicBezTo>
                    <a:pt x="390" y="227"/>
                    <a:pt x="390" y="227"/>
                    <a:pt x="390" y="228"/>
                  </a:cubicBezTo>
                  <a:lnTo>
                    <a:pt x="390" y="231"/>
                  </a:lnTo>
                  <a:cubicBezTo>
                    <a:pt x="390" y="234"/>
                    <a:pt x="385" y="235"/>
                    <a:pt x="384" y="231"/>
                  </a:cubicBezTo>
                  <a:lnTo>
                    <a:pt x="384" y="229"/>
                  </a:lnTo>
                  <a:lnTo>
                    <a:pt x="373" y="221"/>
                  </a:lnTo>
                  <a:cubicBezTo>
                    <a:pt x="370" y="223"/>
                    <a:pt x="368" y="227"/>
                    <a:pt x="368" y="231"/>
                  </a:cubicBezTo>
                  <a:cubicBezTo>
                    <a:pt x="368" y="239"/>
                    <a:pt x="374" y="245"/>
                    <a:pt x="382" y="245"/>
                  </a:cubicBezTo>
                  <a:cubicBezTo>
                    <a:pt x="383" y="245"/>
                    <a:pt x="384" y="245"/>
                    <a:pt x="386" y="245"/>
                  </a:cubicBezTo>
                  <a:lnTo>
                    <a:pt x="386" y="244"/>
                  </a:lnTo>
                  <a:cubicBezTo>
                    <a:pt x="385" y="240"/>
                    <a:pt x="391" y="239"/>
                    <a:pt x="391" y="243"/>
                  </a:cubicBezTo>
                  <a:lnTo>
                    <a:pt x="391" y="246"/>
                  </a:lnTo>
                  <a:cubicBezTo>
                    <a:pt x="392" y="246"/>
                    <a:pt x="392" y="246"/>
                    <a:pt x="392" y="247"/>
                  </a:cubicBezTo>
                  <a:lnTo>
                    <a:pt x="393" y="265"/>
                  </a:lnTo>
                  <a:cubicBezTo>
                    <a:pt x="393" y="265"/>
                    <a:pt x="393" y="265"/>
                    <a:pt x="393" y="265"/>
                  </a:cubicBezTo>
                  <a:lnTo>
                    <a:pt x="393" y="265"/>
                  </a:lnTo>
                  <a:close/>
                  <a:moveTo>
                    <a:pt x="372" y="214"/>
                  </a:moveTo>
                  <a:lnTo>
                    <a:pt x="372" y="214"/>
                  </a:lnTo>
                  <a:lnTo>
                    <a:pt x="374" y="215"/>
                  </a:lnTo>
                  <a:cubicBezTo>
                    <a:pt x="374" y="215"/>
                    <a:pt x="374" y="215"/>
                    <a:pt x="375" y="215"/>
                  </a:cubicBezTo>
                  <a:lnTo>
                    <a:pt x="384" y="222"/>
                  </a:lnTo>
                  <a:lnTo>
                    <a:pt x="382" y="199"/>
                  </a:lnTo>
                  <a:cubicBezTo>
                    <a:pt x="374" y="201"/>
                    <a:pt x="367" y="203"/>
                    <a:pt x="360" y="206"/>
                  </a:cubicBezTo>
                  <a:cubicBezTo>
                    <a:pt x="346" y="221"/>
                    <a:pt x="347" y="238"/>
                    <a:pt x="356" y="250"/>
                  </a:cubicBezTo>
                  <a:cubicBezTo>
                    <a:pt x="357" y="250"/>
                    <a:pt x="357" y="250"/>
                    <a:pt x="357" y="250"/>
                  </a:cubicBezTo>
                  <a:cubicBezTo>
                    <a:pt x="364" y="259"/>
                    <a:pt x="376" y="264"/>
                    <a:pt x="387" y="263"/>
                  </a:cubicBezTo>
                  <a:lnTo>
                    <a:pt x="386" y="250"/>
                  </a:lnTo>
                  <a:cubicBezTo>
                    <a:pt x="385" y="251"/>
                    <a:pt x="383" y="251"/>
                    <a:pt x="382" y="251"/>
                  </a:cubicBezTo>
                  <a:cubicBezTo>
                    <a:pt x="371" y="251"/>
                    <a:pt x="362" y="242"/>
                    <a:pt x="362" y="231"/>
                  </a:cubicBezTo>
                  <a:cubicBezTo>
                    <a:pt x="362" y="226"/>
                    <a:pt x="365" y="221"/>
                    <a:pt x="368" y="217"/>
                  </a:cubicBezTo>
                  <a:cubicBezTo>
                    <a:pt x="367" y="215"/>
                    <a:pt x="370" y="212"/>
                    <a:pt x="372" y="214"/>
                  </a:cubicBezTo>
                  <a:lnTo>
                    <a:pt x="372" y="214"/>
                  </a:lnTo>
                  <a:close/>
                  <a:moveTo>
                    <a:pt x="370" y="266"/>
                  </a:moveTo>
                  <a:lnTo>
                    <a:pt x="370" y="266"/>
                  </a:lnTo>
                  <a:cubicBezTo>
                    <a:pt x="364" y="263"/>
                    <a:pt x="358" y="260"/>
                    <a:pt x="354" y="255"/>
                  </a:cubicBezTo>
                  <a:cubicBezTo>
                    <a:pt x="334" y="260"/>
                    <a:pt x="317" y="245"/>
                    <a:pt x="311" y="233"/>
                  </a:cubicBezTo>
                  <a:cubicBezTo>
                    <a:pt x="304" y="238"/>
                    <a:pt x="297" y="244"/>
                    <a:pt x="291" y="250"/>
                  </a:cubicBezTo>
                  <a:lnTo>
                    <a:pt x="303" y="253"/>
                  </a:lnTo>
                  <a:cubicBezTo>
                    <a:pt x="304" y="253"/>
                    <a:pt x="304" y="253"/>
                    <a:pt x="304" y="253"/>
                  </a:cubicBezTo>
                  <a:lnTo>
                    <a:pt x="307" y="254"/>
                  </a:lnTo>
                  <a:cubicBezTo>
                    <a:pt x="307" y="254"/>
                    <a:pt x="308" y="254"/>
                    <a:pt x="308" y="255"/>
                  </a:cubicBezTo>
                  <a:cubicBezTo>
                    <a:pt x="309" y="255"/>
                    <a:pt x="309" y="255"/>
                    <a:pt x="309" y="256"/>
                  </a:cubicBezTo>
                  <a:cubicBezTo>
                    <a:pt x="323" y="272"/>
                    <a:pt x="357" y="272"/>
                    <a:pt x="370" y="266"/>
                  </a:cubicBezTo>
                  <a:lnTo>
                    <a:pt x="370" y="266"/>
                  </a:lnTo>
                  <a:close/>
                  <a:moveTo>
                    <a:pt x="350" y="250"/>
                  </a:moveTo>
                  <a:lnTo>
                    <a:pt x="350" y="250"/>
                  </a:lnTo>
                  <a:cubicBezTo>
                    <a:pt x="342" y="239"/>
                    <a:pt x="341" y="225"/>
                    <a:pt x="350" y="210"/>
                  </a:cubicBezTo>
                  <a:cubicBezTo>
                    <a:pt x="338" y="215"/>
                    <a:pt x="326" y="222"/>
                    <a:pt x="315" y="230"/>
                  </a:cubicBezTo>
                  <a:cubicBezTo>
                    <a:pt x="320" y="240"/>
                    <a:pt x="334" y="252"/>
                    <a:pt x="350" y="250"/>
                  </a:cubicBezTo>
                  <a:lnTo>
                    <a:pt x="350" y="250"/>
                  </a:lnTo>
                  <a:close/>
                  <a:moveTo>
                    <a:pt x="305" y="260"/>
                  </a:moveTo>
                  <a:lnTo>
                    <a:pt x="305" y="260"/>
                  </a:lnTo>
                  <a:lnTo>
                    <a:pt x="305" y="259"/>
                  </a:lnTo>
                  <a:cubicBezTo>
                    <a:pt x="303" y="265"/>
                    <a:pt x="303" y="277"/>
                    <a:pt x="304" y="283"/>
                  </a:cubicBezTo>
                  <a:cubicBezTo>
                    <a:pt x="315" y="287"/>
                    <a:pt x="328" y="287"/>
                    <a:pt x="343" y="287"/>
                  </a:cubicBezTo>
                  <a:cubicBezTo>
                    <a:pt x="355" y="287"/>
                    <a:pt x="366" y="287"/>
                    <a:pt x="377" y="287"/>
                  </a:cubicBezTo>
                  <a:cubicBezTo>
                    <a:pt x="373" y="282"/>
                    <a:pt x="371" y="276"/>
                    <a:pt x="370" y="272"/>
                  </a:cubicBezTo>
                  <a:cubicBezTo>
                    <a:pt x="353" y="278"/>
                    <a:pt x="320" y="276"/>
                    <a:pt x="305" y="260"/>
                  </a:cubicBezTo>
                  <a:lnTo>
                    <a:pt x="305" y="260"/>
                  </a:lnTo>
                  <a:close/>
                  <a:moveTo>
                    <a:pt x="315" y="346"/>
                  </a:moveTo>
                  <a:lnTo>
                    <a:pt x="315" y="346"/>
                  </a:lnTo>
                  <a:cubicBezTo>
                    <a:pt x="311" y="345"/>
                    <a:pt x="308" y="343"/>
                    <a:pt x="304" y="341"/>
                  </a:cubicBezTo>
                  <a:cubicBezTo>
                    <a:pt x="300" y="344"/>
                    <a:pt x="296" y="346"/>
                    <a:pt x="293" y="349"/>
                  </a:cubicBezTo>
                  <a:cubicBezTo>
                    <a:pt x="293" y="349"/>
                    <a:pt x="292" y="350"/>
                    <a:pt x="292" y="350"/>
                  </a:cubicBezTo>
                  <a:cubicBezTo>
                    <a:pt x="285" y="356"/>
                    <a:pt x="279" y="362"/>
                    <a:pt x="274" y="367"/>
                  </a:cubicBezTo>
                  <a:cubicBezTo>
                    <a:pt x="274" y="367"/>
                    <a:pt x="274" y="368"/>
                    <a:pt x="274" y="368"/>
                  </a:cubicBezTo>
                  <a:cubicBezTo>
                    <a:pt x="272" y="370"/>
                    <a:pt x="270" y="373"/>
                    <a:pt x="268" y="375"/>
                  </a:cubicBezTo>
                  <a:cubicBezTo>
                    <a:pt x="268" y="376"/>
                    <a:pt x="268" y="376"/>
                    <a:pt x="268" y="376"/>
                  </a:cubicBezTo>
                  <a:cubicBezTo>
                    <a:pt x="261" y="386"/>
                    <a:pt x="258" y="395"/>
                    <a:pt x="257" y="403"/>
                  </a:cubicBezTo>
                  <a:cubicBezTo>
                    <a:pt x="255" y="415"/>
                    <a:pt x="256" y="431"/>
                    <a:pt x="249" y="441"/>
                  </a:cubicBezTo>
                  <a:cubicBezTo>
                    <a:pt x="260" y="440"/>
                    <a:pt x="263" y="437"/>
                    <a:pt x="270" y="431"/>
                  </a:cubicBezTo>
                  <a:cubicBezTo>
                    <a:pt x="263" y="401"/>
                    <a:pt x="285" y="362"/>
                    <a:pt x="315" y="346"/>
                  </a:cubicBezTo>
                  <a:lnTo>
                    <a:pt x="315" y="346"/>
                  </a:lnTo>
                  <a:close/>
                  <a:moveTo>
                    <a:pt x="318" y="401"/>
                  </a:moveTo>
                  <a:lnTo>
                    <a:pt x="318" y="401"/>
                  </a:lnTo>
                  <a:cubicBezTo>
                    <a:pt x="317" y="402"/>
                    <a:pt x="317" y="403"/>
                    <a:pt x="316" y="405"/>
                  </a:cubicBezTo>
                  <a:cubicBezTo>
                    <a:pt x="310" y="417"/>
                    <a:pt x="317" y="427"/>
                    <a:pt x="324" y="427"/>
                  </a:cubicBezTo>
                  <a:cubicBezTo>
                    <a:pt x="342" y="427"/>
                    <a:pt x="341" y="402"/>
                    <a:pt x="318" y="401"/>
                  </a:cubicBezTo>
                  <a:lnTo>
                    <a:pt x="318" y="401"/>
                  </a:lnTo>
                  <a:close/>
                  <a:moveTo>
                    <a:pt x="286" y="347"/>
                  </a:moveTo>
                  <a:lnTo>
                    <a:pt x="286" y="347"/>
                  </a:lnTo>
                  <a:cubicBezTo>
                    <a:pt x="277" y="340"/>
                    <a:pt x="266" y="331"/>
                    <a:pt x="261" y="320"/>
                  </a:cubicBezTo>
                  <a:cubicBezTo>
                    <a:pt x="260" y="326"/>
                    <a:pt x="260" y="332"/>
                    <a:pt x="262" y="338"/>
                  </a:cubicBezTo>
                  <a:lnTo>
                    <a:pt x="262" y="338"/>
                  </a:lnTo>
                  <a:cubicBezTo>
                    <a:pt x="264" y="347"/>
                    <a:pt x="268" y="355"/>
                    <a:pt x="272" y="361"/>
                  </a:cubicBezTo>
                  <a:cubicBezTo>
                    <a:pt x="276" y="357"/>
                    <a:pt x="281" y="352"/>
                    <a:pt x="286" y="347"/>
                  </a:cubicBezTo>
                  <a:lnTo>
                    <a:pt x="286" y="347"/>
                  </a:lnTo>
                  <a:close/>
                  <a:moveTo>
                    <a:pt x="266" y="460"/>
                  </a:moveTo>
                  <a:lnTo>
                    <a:pt x="266" y="460"/>
                  </a:lnTo>
                  <a:cubicBezTo>
                    <a:pt x="266" y="468"/>
                    <a:pt x="267" y="476"/>
                    <a:pt x="266" y="484"/>
                  </a:cubicBezTo>
                  <a:cubicBezTo>
                    <a:pt x="275" y="483"/>
                    <a:pt x="278" y="481"/>
                    <a:pt x="283" y="476"/>
                  </a:cubicBezTo>
                  <a:cubicBezTo>
                    <a:pt x="277" y="472"/>
                    <a:pt x="271" y="467"/>
                    <a:pt x="266" y="460"/>
                  </a:cubicBezTo>
                  <a:lnTo>
                    <a:pt x="266" y="460"/>
                  </a:lnTo>
                  <a:close/>
                  <a:moveTo>
                    <a:pt x="263" y="356"/>
                  </a:moveTo>
                  <a:lnTo>
                    <a:pt x="263" y="356"/>
                  </a:lnTo>
                  <a:lnTo>
                    <a:pt x="252" y="362"/>
                  </a:lnTo>
                  <a:lnTo>
                    <a:pt x="258" y="374"/>
                  </a:lnTo>
                  <a:cubicBezTo>
                    <a:pt x="260" y="373"/>
                    <a:pt x="262" y="372"/>
                    <a:pt x="264" y="372"/>
                  </a:cubicBezTo>
                  <a:cubicBezTo>
                    <a:pt x="265" y="370"/>
                    <a:pt x="267" y="368"/>
                    <a:pt x="269" y="366"/>
                  </a:cubicBezTo>
                  <a:cubicBezTo>
                    <a:pt x="267" y="363"/>
                    <a:pt x="265" y="359"/>
                    <a:pt x="263" y="356"/>
                  </a:cubicBezTo>
                  <a:lnTo>
                    <a:pt x="263" y="356"/>
                  </a:lnTo>
                  <a:close/>
                  <a:moveTo>
                    <a:pt x="232" y="406"/>
                  </a:moveTo>
                  <a:lnTo>
                    <a:pt x="232" y="406"/>
                  </a:lnTo>
                  <a:cubicBezTo>
                    <a:pt x="232" y="408"/>
                    <a:pt x="232" y="411"/>
                    <a:pt x="232" y="413"/>
                  </a:cubicBezTo>
                  <a:cubicBezTo>
                    <a:pt x="238" y="409"/>
                    <a:pt x="246" y="403"/>
                    <a:pt x="251" y="402"/>
                  </a:cubicBezTo>
                  <a:cubicBezTo>
                    <a:pt x="253" y="395"/>
                    <a:pt x="255" y="388"/>
                    <a:pt x="259" y="379"/>
                  </a:cubicBezTo>
                  <a:cubicBezTo>
                    <a:pt x="259" y="380"/>
                    <a:pt x="258" y="380"/>
                    <a:pt x="258" y="380"/>
                  </a:cubicBezTo>
                  <a:cubicBezTo>
                    <a:pt x="258" y="380"/>
                    <a:pt x="258" y="380"/>
                    <a:pt x="258" y="380"/>
                  </a:cubicBezTo>
                  <a:cubicBezTo>
                    <a:pt x="246" y="387"/>
                    <a:pt x="234" y="401"/>
                    <a:pt x="232" y="406"/>
                  </a:cubicBezTo>
                  <a:lnTo>
                    <a:pt x="232" y="406"/>
                  </a:lnTo>
                  <a:close/>
                  <a:moveTo>
                    <a:pt x="233" y="371"/>
                  </a:moveTo>
                  <a:lnTo>
                    <a:pt x="233" y="371"/>
                  </a:lnTo>
                  <a:cubicBezTo>
                    <a:pt x="232" y="379"/>
                    <a:pt x="231" y="388"/>
                    <a:pt x="232" y="397"/>
                  </a:cubicBezTo>
                  <a:cubicBezTo>
                    <a:pt x="234" y="393"/>
                    <a:pt x="238" y="389"/>
                    <a:pt x="242" y="385"/>
                  </a:cubicBezTo>
                  <a:lnTo>
                    <a:pt x="233" y="371"/>
                  </a:lnTo>
                  <a:lnTo>
                    <a:pt x="233" y="371"/>
                  </a:lnTo>
                  <a:close/>
                  <a:moveTo>
                    <a:pt x="236" y="352"/>
                  </a:moveTo>
                  <a:lnTo>
                    <a:pt x="236" y="352"/>
                  </a:lnTo>
                  <a:cubicBezTo>
                    <a:pt x="235" y="355"/>
                    <a:pt x="235" y="359"/>
                    <a:pt x="234" y="362"/>
                  </a:cubicBezTo>
                  <a:lnTo>
                    <a:pt x="246" y="381"/>
                  </a:lnTo>
                  <a:cubicBezTo>
                    <a:pt x="248" y="380"/>
                    <a:pt x="251" y="378"/>
                    <a:pt x="253" y="377"/>
                  </a:cubicBezTo>
                  <a:cubicBezTo>
                    <a:pt x="243" y="357"/>
                    <a:pt x="241" y="361"/>
                    <a:pt x="260" y="351"/>
                  </a:cubicBezTo>
                  <a:cubicBezTo>
                    <a:pt x="259" y="348"/>
                    <a:pt x="258" y="345"/>
                    <a:pt x="257" y="342"/>
                  </a:cubicBezTo>
                  <a:cubicBezTo>
                    <a:pt x="252" y="343"/>
                    <a:pt x="243" y="347"/>
                    <a:pt x="236" y="352"/>
                  </a:cubicBezTo>
                  <a:lnTo>
                    <a:pt x="236" y="352"/>
                  </a:lnTo>
                  <a:close/>
                  <a:moveTo>
                    <a:pt x="267" y="279"/>
                  </a:moveTo>
                  <a:lnTo>
                    <a:pt x="267" y="279"/>
                  </a:lnTo>
                  <a:cubicBezTo>
                    <a:pt x="254" y="299"/>
                    <a:pt x="244" y="321"/>
                    <a:pt x="238" y="344"/>
                  </a:cubicBezTo>
                  <a:cubicBezTo>
                    <a:pt x="244" y="340"/>
                    <a:pt x="251" y="338"/>
                    <a:pt x="255" y="336"/>
                  </a:cubicBezTo>
                  <a:cubicBezTo>
                    <a:pt x="254" y="328"/>
                    <a:pt x="254" y="319"/>
                    <a:pt x="258" y="309"/>
                  </a:cubicBezTo>
                  <a:cubicBezTo>
                    <a:pt x="259" y="306"/>
                    <a:pt x="263" y="306"/>
                    <a:pt x="263" y="310"/>
                  </a:cubicBezTo>
                  <a:cubicBezTo>
                    <a:pt x="265" y="324"/>
                    <a:pt x="280" y="335"/>
                    <a:pt x="291" y="344"/>
                  </a:cubicBezTo>
                  <a:cubicBezTo>
                    <a:pt x="293" y="342"/>
                    <a:pt x="296" y="339"/>
                    <a:pt x="299" y="337"/>
                  </a:cubicBezTo>
                  <a:cubicBezTo>
                    <a:pt x="283" y="325"/>
                    <a:pt x="271" y="308"/>
                    <a:pt x="267" y="279"/>
                  </a:cubicBezTo>
                  <a:lnTo>
                    <a:pt x="267" y="279"/>
                  </a:lnTo>
                  <a:close/>
                  <a:moveTo>
                    <a:pt x="287" y="255"/>
                  </a:moveTo>
                  <a:lnTo>
                    <a:pt x="287" y="255"/>
                  </a:lnTo>
                  <a:cubicBezTo>
                    <a:pt x="284" y="258"/>
                    <a:pt x="281" y="261"/>
                    <a:pt x="278" y="265"/>
                  </a:cubicBezTo>
                  <a:cubicBezTo>
                    <a:pt x="284" y="273"/>
                    <a:pt x="290" y="278"/>
                    <a:pt x="298" y="281"/>
                  </a:cubicBezTo>
                  <a:cubicBezTo>
                    <a:pt x="297" y="274"/>
                    <a:pt x="297" y="264"/>
                    <a:pt x="299" y="258"/>
                  </a:cubicBezTo>
                  <a:lnTo>
                    <a:pt x="287" y="255"/>
                  </a:lnTo>
                  <a:lnTo>
                    <a:pt x="287" y="255"/>
                  </a:lnTo>
                  <a:close/>
                  <a:moveTo>
                    <a:pt x="445" y="236"/>
                  </a:moveTo>
                  <a:lnTo>
                    <a:pt x="445" y="236"/>
                  </a:lnTo>
                  <a:cubicBezTo>
                    <a:pt x="442" y="238"/>
                    <a:pt x="439" y="239"/>
                    <a:pt x="435" y="239"/>
                  </a:cubicBezTo>
                  <a:cubicBezTo>
                    <a:pt x="434" y="247"/>
                    <a:pt x="433" y="255"/>
                    <a:pt x="434" y="263"/>
                  </a:cubicBezTo>
                  <a:lnTo>
                    <a:pt x="449" y="247"/>
                  </a:lnTo>
                  <a:cubicBezTo>
                    <a:pt x="446" y="243"/>
                    <a:pt x="445" y="240"/>
                    <a:pt x="445" y="236"/>
                  </a:cubicBezTo>
                  <a:lnTo>
                    <a:pt x="445" y="236"/>
                  </a:lnTo>
                  <a:close/>
                  <a:moveTo>
                    <a:pt x="428" y="253"/>
                  </a:moveTo>
                  <a:lnTo>
                    <a:pt x="428" y="253"/>
                  </a:lnTo>
                  <a:cubicBezTo>
                    <a:pt x="424" y="252"/>
                    <a:pt x="420" y="251"/>
                    <a:pt x="418" y="247"/>
                  </a:cubicBezTo>
                  <a:cubicBezTo>
                    <a:pt x="417" y="245"/>
                    <a:pt x="423" y="246"/>
                    <a:pt x="424" y="246"/>
                  </a:cubicBezTo>
                  <a:cubicBezTo>
                    <a:pt x="426" y="246"/>
                    <a:pt x="427" y="245"/>
                    <a:pt x="429" y="245"/>
                  </a:cubicBezTo>
                  <a:cubicBezTo>
                    <a:pt x="429" y="242"/>
                    <a:pt x="429" y="239"/>
                    <a:pt x="430" y="236"/>
                  </a:cubicBezTo>
                  <a:cubicBezTo>
                    <a:pt x="430" y="236"/>
                    <a:pt x="430" y="235"/>
                    <a:pt x="430" y="235"/>
                  </a:cubicBezTo>
                  <a:cubicBezTo>
                    <a:pt x="430" y="234"/>
                    <a:pt x="430" y="233"/>
                    <a:pt x="430" y="232"/>
                  </a:cubicBezTo>
                  <a:cubicBezTo>
                    <a:pt x="431" y="229"/>
                    <a:pt x="436" y="229"/>
                    <a:pt x="436" y="233"/>
                  </a:cubicBezTo>
                  <a:cubicBezTo>
                    <a:pt x="452" y="232"/>
                    <a:pt x="449" y="208"/>
                    <a:pt x="432" y="212"/>
                  </a:cubicBezTo>
                  <a:cubicBezTo>
                    <a:pt x="428" y="212"/>
                    <a:pt x="427" y="207"/>
                    <a:pt x="431" y="206"/>
                  </a:cubicBezTo>
                  <a:cubicBezTo>
                    <a:pt x="435" y="205"/>
                    <a:pt x="438" y="205"/>
                    <a:pt x="441" y="206"/>
                  </a:cubicBezTo>
                  <a:cubicBezTo>
                    <a:pt x="439" y="183"/>
                    <a:pt x="403" y="197"/>
                    <a:pt x="423" y="215"/>
                  </a:cubicBezTo>
                  <a:cubicBezTo>
                    <a:pt x="426" y="217"/>
                    <a:pt x="423" y="222"/>
                    <a:pt x="420" y="219"/>
                  </a:cubicBezTo>
                  <a:cubicBezTo>
                    <a:pt x="416" y="216"/>
                    <a:pt x="414" y="213"/>
                    <a:pt x="413" y="210"/>
                  </a:cubicBezTo>
                  <a:cubicBezTo>
                    <a:pt x="400" y="212"/>
                    <a:pt x="403" y="228"/>
                    <a:pt x="412" y="231"/>
                  </a:cubicBezTo>
                  <a:lnTo>
                    <a:pt x="412" y="230"/>
                  </a:lnTo>
                  <a:cubicBezTo>
                    <a:pt x="413" y="227"/>
                    <a:pt x="418" y="228"/>
                    <a:pt x="417" y="232"/>
                  </a:cubicBezTo>
                  <a:lnTo>
                    <a:pt x="416" y="234"/>
                  </a:lnTo>
                  <a:cubicBezTo>
                    <a:pt x="416" y="235"/>
                    <a:pt x="416" y="235"/>
                    <a:pt x="416" y="235"/>
                  </a:cubicBezTo>
                  <a:lnTo>
                    <a:pt x="403" y="288"/>
                  </a:lnTo>
                  <a:cubicBezTo>
                    <a:pt x="406" y="288"/>
                    <a:pt x="408" y="289"/>
                    <a:pt x="410" y="289"/>
                  </a:cubicBezTo>
                  <a:lnTo>
                    <a:pt x="430" y="268"/>
                  </a:lnTo>
                  <a:cubicBezTo>
                    <a:pt x="428" y="263"/>
                    <a:pt x="428" y="258"/>
                    <a:pt x="428" y="253"/>
                  </a:cubicBezTo>
                  <a:lnTo>
                    <a:pt x="428" y="253"/>
                  </a:lnTo>
                  <a:close/>
                  <a:moveTo>
                    <a:pt x="456" y="273"/>
                  </a:moveTo>
                  <a:lnTo>
                    <a:pt x="456" y="273"/>
                  </a:lnTo>
                  <a:cubicBezTo>
                    <a:pt x="453" y="268"/>
                    <a:pt x="452" y="262"/>
                    <a:pt x="453" y="257"/>
                  </a:cubicBezTo>
                  <a:cubicBezTo>
                    <a:pt x="453" y="254"/>
                    <a:pt x="456" y="259"/>
                    <a:pt x="456" y="259"/>
                  </a:cubicBezTo>
                  <a:cubicBezTo>
                    <a:pt x="458" y="261"/>
                    <a:pt x="460" y="262"/>
                    <a:pt x="463" y="263"/>
                  </a:cubicBezTo>
                  <a:cubicBezTo>
                    <a:pt x="467" y="256"/>
                    <a:pt x="472" y="249"/>
                    <a:pt x="477" y="243"/>
                  </a:cubicBezTo>
                  <a:cubicBezTo>
                    <a:pt x="483" y="235"/>
                    <a:pt x="488" y="228"/>
                    <a:pt x="494" y="221"/>
                  </a:cubicBezTo>
                  <a:cubicBezTo>
                    <a:pt x="484" y="209"/>
                    <a:pt x="468" y="216"/>
                    <a:pt x="473" y="234"/>
                  </a:cubicBezTo>
                  <a:cubicBezTo>
                    <a:pt x="474" y="238"/>
                    <a:pt x="468" y="239"/>
                    <a:pt x="467" y="235"/>
                  </a:cubicBezTo>
                  <a:cubicBezTo>
                    <a:pt x="466" y="231"/>
                    <a:pt x="466" y="228"/>
                    <a:pt x="466" y="225"/>
                  </a:cubicBezTo>
                  <a:cubicBezTo>
                    <a:pt x="454" y="221"/>
                    <a:pt x="445" y="232"/>
                    <a:pt x="453" y="243"/>
                  </a:cubicBezTo>
                  <a:cubicBezTo>
                    <a:pt x="456" y="240"/>
                    <a:pt x="459" y="244"/>
                    <a:pt x="457" y="247"/>
                  </a:cubicBezTo>
                  <a:lnTo>
                    <a:pt x="435" y="270"/>
                  </a:lnTo>
                  <a:cubicBezTo>
                    <a:pt x="435" y="271"/>
                    <a:pt x="435" y="271"/>
                    <a:pt x="434" y="271"/>
                  </a:cubicBezTo>
                  <a:lnTo>
                    <a:pt x="417" y="290"/>
                  </a:lnTo>
                  <a:cubicBezTo>
                    <a:pt x="424" y="292"/>
                    <a:pt x="432" y="293"/>
                    <a:pt x="440" y="296"/>
                  </a:cubicBezTo>
                  <a:cubicBezTo>
                    <a:pt x="445" y="288"/>
                    <a:pt x="451" y="280"/>
                    <a:pt x="456" y="273"/>
                  </a:cubicBezTo>
                  <a:lnTo>
                    <a:pt x="456" y="273"/>
                  </a:lnTo>
                  <a:close/>
                  <a:moveTo>
                    <a:pt x="431" y="430"/>
                  </a:moveTo>
                  <a:lnTo>
                    <a:pt x="431" y="430"/>
                  </a:lnTo>
                  <a:cubicBezTo>
                    <a:pt x="462" y="417"/>
                    <a:pt x="472" y="392"/>
                    <a:pt x="471" y="372"/>
                  </a:cubicBezTo>
                  <a:cubicBezTo>
                    <a:pt x="464" y="382"/>
                    <a:pt x="457" y="393"/>
                    <a:pt x="450" y="402"/>
                  </a:cubicBezTo>
                  <a:cubicBezTo>
                    <a:pt x="444" y="412"/>
                    <a:pt x="437" y="421"/>
                    <a:pt x="431" y="430"/>
                  </a:cubicBezTo>
                  <a:lnTo>
                    <a:pt x="431" y="430"/>
                  </a:lnTo>
                  <a:close/>
                  <a:moveTo>
                    <a:pt x="493" y="359"/>
                  </a:moveTo>
                  <a:lnTo>
                    <a:pt x="493" y="359"/>
                  </a:lnTo>
                  <a:cubicBezTo>
                    <a:pt x="506" y="345"/>
                    <a:pt x="511" y="331"/>
                    <a:pt x="511" y="317"/>
                  </a:cubicBezTo>
                  <a:cubicBezTo>
                    <a:pt x="503" y="326"/>
                    <a:pt x="496" y="335"/>
                    <a:pt x="490" y="345"/>
                  </a:cubicBezTo>
                  <a:cubicBezTo>
                    <a:pt x="491" y="349"/>
                    <a:pt x="492" y="354"/>
                    <a:pt x="493" y="359"/>
                  </a:cubicBezTo>
                  <a:lnTo>
                    <a:pt x="493" y="359"/>
                  </a:lnTo>
                  <a:close/>
                  <a:moveTo>
                    <a:pt x="534" y="308"/>
                  </a:moveTo>
                  <a:lnTo>
                    <a:pt x="534" y="308"/>
                  </a:lnTo>
                  <a:cubicBezTo>
                    <a:pt x="548" y="297"/>
                    <a:pt x="553" y="285"/>
                    <a:pt x="553" y="270"/>
                  </a:cubicBezTo>
                  <a:cubicBezTo>
                    <a:pt x="545" y="277"/>
                    <a:pt x="538" y="284"/>
                    <a:pt x="531" y="292"/>
                  </a:cubicBezTo>
                  <a:cubicBezTo>
                    <a:pt x="532" y="298"/>
                    <a:pt x="533" y="303"/>
                    <a:pt x="534" y="308"/>
                  </a:cubicBezTo>
                  <a:lnTo>
                    <a:pt x="534" y="308"/>
                  </a:lnTo>
                  <a:close/>
                  <a:moveTo>
                    <a:pt x="533" y="331"/>
                  </a:moveTo>
                  <a:lnTo>
                    <a:pt x="533" y="331"/>
                  </a:lnTo>
                  <a:cubicBezTo>
                    <a:pt x="562" y="318"/>
                    <a:pt x="575" y="287"/>
                    <a:pt x="572" y="254"/>
                  </a:cubicBezTo>
                  <a:cubicBezTo>
                    <a:pt x="567" y="258"/>
                    <a:pt x="563" y="261"/>
                    <a:pt x="558" y="265"/>
                  </a:cubicBezTo>
                  <a:cubicBezTo>
                    <a:pt x="560" y="285"/>
                    <a:pt x="553" y="301"/>
                    <a:pt x="534" y="315"/>
                  </a:cubicBezTo>
                  <a:cubicBezTo>
                    <a:pt x="534" y="321"/>
                    <a:pt x="534" y="326"/>
                    <a:pt x="533" y="331"/>
                  </a:cubicBezTo>
                  <a:lnTo>
                    <a:pt x="533" y="331"/>
                  </a:lnTo>
                  <a:close/>
                  <a:moveTo>
                    <a:pt x="420" y="452"/>
                  </a:moveTo>
                  <a:lnTo>
                    <a:pt x="420" y="452"/>
                  </a:lnTo>
                  <a:cubicBezTo>
                    <a:pt x="420" y="452"/>
                    <a:pt x="420" y="452"/>
                    <a:pt x="420" y="452"/>
                  </a:cubicBezTo>
                  <a:cubicBezTo>
                    <a:pt x="453" y="449"/>
                    <a:pt x="482" y="423"/>
                    <a:pt x="488" y="388"/>
                  </a:cubicBezTo>
                  <a:cubicBezTo>
                    <a:pt x="488" y="387"/>
                    <a:pt x="488" y="387"/>
                    <a:pt x="488" y="387"/>
                  </a:cubicBezTo>
                  <a:cubicBezTo>
                    <a:pt x="489" y="380"/>
                    <a:pt x="489" y="373"/>
                    <a:pt x="488" y="365"/>
                  </a:cubicBezTo>
                  <a:cubicBezTo>
                    <a:pt x="488" y="365"/>
                    <a:pt x="488" y="364"/>
                    <a:pt x="488" y="364"/>
                  </a:cubicBezTo>
                  <a:cubicBezTo>
                    <a:pt x="488" y="360"/>
                    <a:pt x="487" y="355"/>
                    <a:pt x="485" y="351"/>
                  </a:cubicBezTo>
                  <a:cubicBezTo>
                    <a:pt x="482" y="355"/>
                    <a:pt x="479" y="360"/>
                    <a:pt x="475" y="365"/>
                  </a:cubicBezTo>
                  <a:cubicBezTo>
                    <a:pt x="480" y="390"/>
                    <a:pt x="469" y="425"/>
                    <a:pt x="425" y="438"/>
                  </a:cubicBezTo>
                  <a:cubicBezTo>
                    <a:pt x="422" y="443"/>
                    <a:pt x="418" y="447"/>
                    <a:pt x="415" y="452"/>
                  </a:cubicBezTo>
                  <a:cubicBezTo>
                    <a:pt x="416" y="452"/>
                    <a:pt x="418" y="452"/>
                    <a:pt x="420" y="452"/>
                  </a:cubicBezTo>
                  <a:lnTo>
                    <a:pt x="420" y="452"/>
                  </a:lnTo>
                  <a:close/>
                  <a:moveTo>
                    <a:pt x="299" y="552"/>
                  </a:moveTo>
                  <a:lnTo>
                    <a:pt x="299" y="552"/>
                  </a:lnTo>
                  <a:cubicBezTo>
                    <a:pt x="299" y="552"/>
                    <a:pt x="299" y="552"/>
                    <a:pt x="299" y="552"/>
                  </a:cubicBezTo>
                  <a:cubicBezTo>
                    <a:pt x="299" y="553"/>
                    <a:pt x="300" y="554"/>
                    <a:pt x="301" y="555"/>
                  </a:cubicBezTo>
                  <a:cubicBezTo>
                    <a:pt x="312" y="549"/>
                    <a:pt x="322" y="541"/>
                    <a:pt x="332" y="533"/>
                  </a:cubicBezTo>
                  <a:cubicBezTo>
                    <a:pt x="332" y="533"/>
                    <a:pt x="332" y="533"/>
                    <a:pt x="332" y="533"/>
                  </a:cubicBezTo>
                  <a:cubicBezTo>
                    <a:pt x="337" y="529"/>
                    <a:pt x="342" y="525"/>
                    <a:pt x="346" y="521"/>
                  </a:cubicBezTo>
                  <a:cubicBezTo>
                    <a:pt x="346" y="521"/>
                    <a:pt x="347" y="521"/>
                    <a:pt x="347" y="521"/>
                  </a:cubicBezTo>
                  <a:cubicBezTo>
                    <a:pt x="351" y="517"/>
                    <a:pt x="356" y="512"/>
                    <a:pt x="360" y="508"/>
                  </a:cubicBezTo>
                  <a:cubicBezTo>
                    <a:pt x="360" y="508"/>
                    <a:pt x="361" y="508"/>
                    <a:pt x="361" y="507"/>
                  </a:cubicBezTo>
                  <a:cubicBezTo>
                    <a:pt x="367" y="502"/>
                    <a:pt x="372" y="495"/>
                    <a:pt x="378" y="489"/>
                  </a:cubicBezTo>
                  <a:cubicBezTo>
                    <a:pt x="378" y="489"/>
                    <a:pt x="378" y="488"/>
                    <a:pt x="379" y="488"/>
                  </a:cubicBezTo>
                  <a:cubicBezTo>
                    <a:pt x="384" y="483"/>
                    <a:pt x="389" y="477"/>
                    <a:pt x="393" y="471"/>
                  </a:cubicBezTo>
                  <a:cubicBezTo>
                    <a:pt x="394" y="470"/>
                    <a:pt x="394" y="470"/>
                    <a:pt x="394" y="470"/>
                  </a:cubicBezTo>
                  <a:cubicBezTo>
                    <a:pt x="398" y="465"/>
                    <a:pt x="403" y="459"/>
                    <a:pt x="407" y="454"/>
                  </a:cubicBezTo>
                  <a:cubicBezTo>
                    <a:pt x="407" y="453"/>
                    <a:pt x="407" y="453"/>
                    <a:pt x="407" y="453"/>
                  </a:cubicBezTo>
                  <a:cubicBezTo>
                    <a:pt x="412" y="447"/>
                    <a:pt x="417" y="440"/>
                    <a:pt x="421" y="434"/>
                  </a:cubicBezTo>
                  <a:cubicBezTo>
                    <a:pt x="421" y="434"/>
                    <a:pt x="421" y="434"/>
                    <a:pt x="422" y="433"/>
                  </a:cubicBezTo>
                  <a:cubicBezTo>
                    <a:pt x="438" y="410"/>
                    <a:pt x="454" y="386"/>
                    <a:pt x="470" y="363"/>
                  </a:cubicBezTo>
                  <a:cubicBezTo>
                    <a:pt x="470" y="363"/>
                    <a:pt x="470" y="363"/>
                    <a:pt x="470" y="363"/>
                  </a:cubicBezTo>
                  <a:cubicBezTo>
                    <a:pt x="475" y="356"/>
                    <a:pt x="479" y="350"/>
                    <a:pt x="484" y="343"/>
                  </a:cubicBezTo>
                  <a:cubicBezTo>
                    <a:pt x="484" y="343"/>
                    <a:pt x="484" y="343"/>
                    <a:pt x="484" y="343"/>
                  </a:cubicBezTo>
                  <a:cubicBezTo>
                    <a:pt x="492" y="332"/>
                    <a:pt x="500" y="321"/>
                    <a:pt x="508" y="311"/>
                  </a:cubicBezTo>
                  <a:cubicBezTo>
                    <a:pt x="509" y="310"/>
                    <a:pt x="510" y="309"/>
                    <a:pt x="510" y="308"/>
                  </a:cubicBezTo>
                  <a:cubicBezTo>
                    <a:pt x="511" y="308"/>
                    <a:pt x="511" y="307"/>
                    <a:pt x="511" y="307"/>
                  </a:cubicBezTo>
                  <a:cubicBezTo>
                    <a:pt x="516" y="301"/>
                    <a:pt x="521" y="296"/>
                    <a:pt x="526" y="290"/>
                  </a:cubicBezTo>
                  <a:cubicBezTo>
                    <a:pt x="526" y="290"/>
                    <a:pt x="526" y="290"/>
                    <a:pt x="526" y="289"/>
                  </a:cubicBezTo>
                  <a:cubicBezTo>
                    <a:pt x="535" y="280"/>
                    <a:pt x="544" y="270"/>
                    <a:pt x="553" y="262"/>
                  </a:cubicBezTo>
                  <a:cubicBezTo>
                    <a:pt x="553" y="262"/>
                    <a:pt x="554" y="262"/>
                    <a:pt x="554" y="262"/>
                  </a:cubicBezTo>
                  <a:cubicBezTo>
                    <a:pt x="560" y="256"/>
                    <a:pt x="566" y="252"/>
                    <a:pt x="572" y="247"/>
                  </a:cubicBezTo>
                  <a:cubicBezTo>
                    <a:pt x="572" y="247"/>
                    <a:pt x="573" y="247"/>
                    <a:pt x="573" y="247"/>
                  </a:cubicBezTo>
                  <a:lnTo>
                    <a:pt x="574" y="246"/>
                  </a:lnTo>
                  <a:cubicBezTo>
                    <a:pt x="574" y="246"/>
                    <a:pt x="574" y="246"/>
                    <a:pt x="574" y="246"/>
                  </a:cubicBezTo>
                  <a:cubicBezTo>
                    <a:pt x="575" y="245"/>
                    <a:pt x="576" y="244"/>
                    <a:pt x="577" y="244"/>
                  </a:cubicBezTo>
                  <a:lnTo>
                    <a:pt x="571" y="228"/>
                  </a:lnTo>
                  <a:cubicBezTo>
                    <a:pt x="568" y="230"/>
                    <a:pt x="565" y="233"/>
                    <a:pt x="562" y="235"/>
                  </a:cubicBezTo>
                  <a:cubicBezTo>
                    <a:pt x="562" y="235"/>
                    <a:pt x="562" y="236"/>
                    <a:pt x="562" y="236"/>
                  </a:cubicBezTo>
                  <a:cubicBezTo>
                    <a:pt x="456" y="323"/>
                    <a:pt x="411" y="466"/>
                    <a:pt x="294" y="544"/>
                  </a:cubicBezTo>
                  <a:cubicBezTo>
                    <a:pt x="296" y="547"/>
                    <a:pt x="297" y="549"/>
                    <a:pt x="299" y="552"/>
                  </a:cubicBezTo>
                  <a:lnTo>
                    <a:pt x="299" y="552"/>
                  </a:lnTo>
                  <a:close/>
                  <a:moveTo>
                    <a:pt x="400" y="562"/>
                  </a:moveTo>
                  <a:lnTo>
                    <a:pt x="400" y="562"/>
                  </a:lnTo>
                  <a:cubicBezTo>
                    <a:pt x="400" y="562"/>
                    <a:pt x="400" y="562"/>
                    <a:pt x="400" y="562"/>
                  </a:cubicBezTo>
                  <a:cubicBezTo>
                    <a:pt x="402" y="563"/>
                    <a:pt x="405" y="563"/>
                    <a:pt x="407" y="563"/>
                  </a:cubicBezTo>
                  <a:cubicBezTo>
                    <a:pt x="414" y="563"/>
                    <a:pt x="421" y="561"/>
                    <a:pt x="426" y="556"/>
                  </a:cubicBezTo>
                  <a:cubicBezTo>
                    <a:pt x="426" y="556"/>
                    <a:pt x="426" y="556"/>
                    <a:pt x="426" y="556"/>
                  </a:cubicBezTo>
                  <a:cubicBezTo>
                    <a:pt x="433" y="551"/>
                    <a:pt x="437" y="543"/>
                    <a:pt x="437" y="534"/>
                  </a:cubicBezTo>
                  <a:cubicBezTo>
                    <a:pt x="437" y="529"/>
                    <a:pt x="436" y="525"/>
                    <a:pt x="434" y="522"/>
                  </a:cubicBezTo>
                  <a:cubicBezTo>
                    <a:pt x="434" y="521"/>
                    <a:pt x="434" y="521"/>
                    <a:pt x="434" y="521"/>
                  </a:cubicBezTo>
                  <a:cubicBezTo>
                    <a:pt x="429" y="511"/>
                    <a:pt x="419" y="505"/>
                    <a:pt x="407" y="505"/>
                  </a:cubicBezTo>
                  <a:cubicBezTo>
                    <a:pt x="406" y="505"/>
                    <a:pt x="404" y="505"/>
                    <a:pt x="403" y="505"/>
                  </a:cubicBezTo>
                  <a:lnTo>
                    <a:pt x="402" y="505"/>
                  </a:lnTo>
                  <a:cubicBezTo>
                    <a:pt x="397" y="506"/>
                    <a:pt x="392" y="508"/>
                    <a:pt x="388" y="512"/>
                  </a:cubicBezTo>
                  <a:lnTo>
                    <a:pt x="388" y="512"/>
                  </a:lnTo>
                  <a:cubicBezTo>
                    <a:pt x="382" y="517"/>
                    <a:pt x="378" y="525"/>
                    <a:pt x="378" y="534"/>
                  </a:cubicBezTo>
                  <a:cubicBezTo>
                    <a:pt x="378" y="547"/>
                    <a:pt x="387" y="559"/>
                    <a:pt x="400" y="562"/>
                  </a:cubicBezTo>
                  <a:lnTo>
                    <a:pt x="400" y="562"/>
                  </a:lnTo>
                  <a:close/>
                  <a:moveTo>
                    <a:pt x="324" y="668"/>
                  </a:moveTo>
                  <a:lnTo>
                    <a:pt x="324" y="668"/>
                  </a:lnTo>
                  <a:cubicBezTo>
                    <a:pt x="332" y="665"/>
                    <a:pt x="340" y="662"/>
                    <a:pt x="347" y="657"/>
                  </a:cubicBezTo>
                  <a:cubicBezTo>
                    <a:pt x="347" y="657"/>
                    <a:pt x="347" y="657"/>
                    <a:pt x="348" y="657"/>
                  </a:cubicBezTo>
                  <a:cubicBezTo>
                    <a:pt x="354" y="653"/>
                    <a:pt x="360" y="648"/>
                    <a:pt x="365" y="643"/>
                  </a:cubicBezTo>
                  <a:cubicBezTo>
                    <a:pt x="365" y="643"/>
                    <a:pt x="365" y="643"/>
                    <a:pt x="365" y="643"/>
                  </a:cubicBezTo>
                  <a:cubicBezTo>
                    <a:pt x="390" y="618"/>
                    <a:pt x="397" y="585"/>
                    <a:pt x="396" y="567"/>
                  </a:cubicBezTo>
                  <a:cubicBezTo>
                    <a:pt x="391" y="565"/>
                    <a:pt x="385" y="562"/>
                    <a:pt x="381" y="557"/>
                  </a:cubicBezTo>
                  <a:cubicBezTo>
                    <a:pt x="384" y="590"/>
                    <a:pt x="374" y="629"/>
                    <a:pt x="327" y="653"/>
                  </a:cubicBezTo>
                  <a:cubicBezTo>
                    <a:pt x="326" y="653"/>
                    <a:pt x="326" y="653"/>
                    <a:pt x="325" y="653"/>
                  </a:cubicBezTo>
                  <a:cubicBezTo>
                    <a:pt x="325" y="653"/>
                    <a:pt x="324" y="653"/>
                    <a:pt x="324" y="653"/>
                  </a:cubicBezTo>
                  <a:cubicBezTo>
                    <a:pt x="316" y="650"/>
                    <a:pt x="307" y="646"/>
                    <a:pt x="300" y="641"/>
                  </a:cubicBezTo>
                  <a:cubicBezTo>
                    <a:pt x="299" y="640"/>
                    <a:pt x="299" y="640"/>
                    <a:pt x="298" y="640"/>
                  </a:cubicBezTo>
                  <a:cubicBezTo>
                    <a:pt x="292" y="635"/>
                    <a:pt x="286" y="629"/>
                    <a:pt x="282" y="622"/>
                  </a:cubicBezTo>
                  <a:cubicBezTo>
                    <a:pt x="282" y="621"/>
                    <a:pt x="282" y="621"/>
                    <a:pt x="281" y="621"/>
                  </a:cubicBezTo>
                  <a:cubicBezTo>
                    <a:pt x="272" y="605"/>
                    <a:pt x="274" y="585"/>
                    <a:pt x="300" y="569"/>
                  </a:cubicBezTo>
                  <a:cubicBezTo>
                    <a:pt x="299" y="565"/>
                    <a:pt x="297" y="561"/>
                    <a:pt x="295" y="557"/>
                  </a:cubicBezTo>
                  <a:cubicBezTo>
                    <a:pt x="241" y="594"/>
                    <a:pt x="263" y="640"/>
                    <a:pt x="324" y="668"/>
                  </a:cubicBezTo>
                  <a:lnTo>
                    <a:pt x="324" y="668"/>
                  </a:lnTo>
                  <a:close/>
                  <a:moveTo>
                    <a:pt x="349" y="662"/>
                  </a:moveTo>
                  <a:lnTo>
                    <a:pt x="349" y="662"/>
                  </a:lnTo>
                  <a:cubicBezTo>
                    <a:pt x="344" y="666"/>
                    <a:pt x="338" y="669"/>
                    <a:pt x="331" y="672"/>
                  </a:cubicBezTo>
                  <a:cubicBezTo>
                    <a:pt x="363" y="685"/>
                    <a:pt x="405" y="694"/>
                    <a:pt x="449" y="693"/>
                  </a:cubicBezTo>
                  <a:cubicBezTo>
                    <a:pt x="423" y="683"/>
                    <a:pt x="374" y="667"/>
                    <a:pt x="349" y="662"/>
                  </a:cubicBezTo>
                  <a:lnTo>
                    <a:pt x="349" y="662"/>
                  </a:lnTo>
                  <a:close/>
                  <a:moveTo>
                    <a:pt x="368" y="648"/>
                  </a:moveTo>
                  <a:lnTo>
                    <a:pt x="368" y="648"/>
                  </a:lnTo>
                  <a:cubicBezTo>
                    <a:pt x="364" y="652"/>
                    <a:pt x="360" y="655"/>
                    <a:pt x="356" y="658"/>
                  </a:cubicBezTo>
                  <a:cubicBezTo>
                    <a:pt x="387" y="665"/>
                    <a:pt x="443" y="683"/>
                    <a:pt x="463" y="692"/>
                  </a:cubicBezTo>
                  <a:cubicBezTo>
                    <a:pt x="475" y="692"/>
                    <a:pt x="487" y="690"/>
                    <a:pt x="499" y="688"/>
                  </a:cubicBezTo>
                  <a:cubicBezTo>
                    <a:pt x="465" y="677"/>
                    <a:pt x="398" y="656"/>
                    <a:pt x="368" y="648"/>
                  </a:cubicBezTo>
                  <a:lnTo>
                    <a:pt x="368" y="648"/>
                  </a:lnTo>
                  <a:close/>
                  <a:moveTo>
                    <a:pt x="402" y="568"/>
                  </a:moveTo>
                  <a:lnTo>
                    <a:pt x="402" y="568"/>
                  </a:lnTo>
                  <a:cubicBezTo>
                    <a:pt x="402" y="587"/>
                    <a:pt x="395" y="619"/>
                    <a:pt x="372" y="644"/>
                  </a:cubicBezTo>
                  <a:cubicBezTo>
                    <a:pt x="407" y="652"/>
                    <a:pt x="482" y="676"/>
                    <a:pt x="510" y="686"/>
                  </a:cubicBezTo>
                  <a:cubicBezTo>
                    <a:pt x="514" y="685"/>
                    <a:pt x="518" y="684"/>
                    <a:pt x="521" y="683"/>
                  </a:cubicBezTo>
                  <a:cubicBezTo>
                    <a:pt x="517" y="661"/>
                    <a:pt x="517" y="629"/>
                    <a:pt x="528" y="594"/>
                  </a:cubicBezTo>
                  <a:cubicBezTo>
                    <a:pt x="497" y="592"/>
                    <a:pt x="461" y="582"/>
                    <a:pt x="428" y="562"/>
                  </a:cubicBezTo>
                  <a:cubicBezTo>
                    <a:pt x="422" y="566"/>
                    <a:pt x="415" y="569"/>
                    <a:pt x="407" y="569"/>
                  </a:cubicBezTo>
                  <a:cubicBezTo>
                    <a:pt x="405" y="569"/>
                    <a:pt x="404" y="569"/>
                    <a:pt x="402" y="568"/>
                  </a:cubicBezTo>
                  <a:lnTo>
                    <a:pt x="402" y="568"/>
                  </a:lnTo>
                  <a:close/>
                  <a:moveTo>
                    <a:pt x="402" y="492"/>
                  </a:moveTo>
                  <a:lnTo>
                    <a:pt x="402" y="492"/>
                  </a:lnTo>
                  <a:cubicBezTo>
                    <a:pt x="402" y="495"/>
                    <a:pt x="403" y="497"/>
                    <a:pt x="404" y="499"/>
                  </a:cubicBezTo>
                  <a:cubicBezTo>
                    <a:pt x="405" y="499"/>
                    <a:pt x="406" y="499"/>
                    <a:pt x="407" y="499"/>
                  </a:cubicBezTo>
                  <a:cubicBezTo>
                    <a:pt x="413" y="499"/>
                    <a:pt x="418" y="500"/>
                    <a:pt x="423" y="503"/>
                  </a:cubicBezTo>
                  <a:cubicBezTo>
                    <a:pt x="426" y="487"/>
                    <a:pt x="411" y="481"/>
                    <a:pt x="402" y="492"/>
                  </a:cubicBezTo>
                  <a:lnTo>
                    <a:pt x="402" y="492"/>
                  </a:lnTo>
                  <a:close/>
                  <a:moveTo>
                    <a:pt x="422" y="464"/>
                  </a:moveTo>
                  <a:lnTo>
                    <a:pt x="422" y="464"/>
                  </a:lnTo>
                  <a:cubicBezTo>
                    <a:pt x="447" y="470"/>
                    <a:pt x="455" y="502"/>
                    <a:pt x="440" y="521"/>
                  </a:cubicBezTo>
                  <a:cubicBezTo>
                    <a:pt x="441" y="525"/>
                    <a:pt x="442" y="529"/>
                    <a:pt x="442" y="534"/>
                  </a:cubicBezTo>
                  <a:cubicBezTo>
                    <a:pt x="442" y="543"/>
                    <a:pt x="438" y="552"/>
                    <a:pt x="432" y="558"/>
                  </a:cubicBezTo>
                  <a:cubicBezTo>
                    <a:pt x="481" y="588"/>
                    <a:pt x="536" y="593"/>
                    <a:pt x="572" y="586"/>
                  </a:cubicBezTo>
                  <a:cubicBezTo>
                    <a:pt x="610" y="578"/>
                    <a:pt x="623" y="557"/>
                    <a:pt x="600" y="536"/>
                  </a:cubicBezTo>
                  <a:cubicBezTo>
                    <a:pt x="595" y="532"/>
                    <a:pt x="607" y="521"/>
                    <a:pt x="615" y="520"/>
                  </a:cubicBezTo>
                  <a:cubicBezTo>
                    <a:pt x="616" y="515"/>
                    <a:pt x="614" y="511"/>
                    <a:pt x="609" y="509"/>
                  </a:cubicBezTo>
                  <a:cubicBezTo>
                    <a:pt x="598" y="508"/>
                    <a:pt x="579" y="514"/>
                    <a:pt x="566" y="517"/>
                  </a:cubicBezTo>
                  <a:cubicBezTo>
                    <a:pt x="566" y="519"/>
                    <a:pt x="562" y="520"/>
                    <a:pt x="561" y="517"/>
                  </a:cubicBezTo>
                  <a:cubicBezTo>
                    <a:pt x="560" y="513"/>
                    <a:pt x="563" y="507"/>
                    <a:pt x="564" y="505"/>
                  </a:cubicBezTo>
                  <a:cubicBezTo>
                    <a:pt x="566" y="501"/>
                    <a:pt x="570" y="504"/>
                    <a:pt x="569" y="507"/>
                  </a:cubicBezTo>
                  <a:cubicBezTo>
                    <a:pt x="568" y="508"/>
                    <a:pt x="568" y="509"/>
                    <a:pt x="567" y="511"/>
                  </a:cubicBezTo>
                  <a:cubicBezTo>
                    <a:pt x="580" y="508"/>
                    <a:pt x="597" y="502"/>
                    <a:pt x="609" y="503"/>
                  </a:cubicBezTo>
                  <a:cubicBezTo>
                    <a:pt x="612" y="501"/>
                    <a:pt x="620" y="495"/>
                    <a:pt x="619" y="491"/>
                  </a:cubicBezTo>
                  <a:cubicBezTo>
                    <a:pt x="618" y="490"/>
                    <a:pt x="617" y="489"/>
                    <a:pt x="616" y="487"/>
                  </a:cubicBezTo>
                  <a:cubicBezTo>
                    <a:pt x="610" y="479"/>
                    <a:pt x="612" y="473"/>
                    <a:pt x="618" y="467"/>
                  </a:cubicBezTo>
                  <a:cubicBezTo>
                    <a:pt x="608" y="466"/>
                    <a:pt x="596" y="467"/>
                    <a:pt x="590" y="474"/>
                  </a:cubicBezTo>
                  <a:cubicBezTo>
                    <a:pt x="586" y="479"/>
                    <a:pt x="579" y="467"/>
                    <a:pt x="579" y="466"/>
                  </a:cubicBezTo>
                  <a:cubicBezTo>
                    <a:pt x="576" y="460"/>
                    <a:pt x="576" y="452"/>
                    <a:pt x="586" y="443"/>
                  </a:cubicBezTo>
                  <a:cubicBezTo>
                    <a:pt x="588" y="440"/>
                    <a:pt x="592" y="445"/>
                    <a:pt x="590" y="447"/>
                  </a:cubicBezTo>
                  <a:cubicBezTo>
                    <a:pt x="582" y="454"/>
                    <a:pt x="580" y="461"/>
                    <a:pt x="587" y="468"/>
                  </a:cubicBezTo>
                  <a:lnTo>
                    <a:pt x="588" y="469"/>
                  </a:lnTo>
                  <a:cubicBezTo>
                    <a:pt x="598" y="461"/>
                    <a:pt x="612" y="460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cubicBezTo>
                    <a:pt x="645" y="461"/>
                    <a:pt x="644" y="453"/>
                    <a:pt x="638" y="437"/>
                  </a:cubicBezTo>
                  <a:cubicBezTo>
                    <a:pt x="636" y="431"/>
                    <a:pt x="633" y="424"/>
                    <a:pt x="630" y="415"/>
                  </a:cubicBezTo>
                  <a:cubicBezTo>
                    <a:pt x="625" y="404"/>
                    <a:pt x="617" y="379"/>
                    <a:pt x="608" y="353"/>
                  </a:cubicBezTo>
                  <a:cubicBezTo>
                    <a:pt x="584" y="343"/>
                    <a:pt x="549" y="349"/>
                    <a:pt x="523" y="361"/>
                  </a:cubicBezTo>
                  <a:cubicBezTo>
                    <a:pt x="516" y="371"/>
                    <a:pt x="507" y="380"/>
                    <a:pt x="493" y="389"/>
                  </a:cubicBezTo>
                  <a:cubicBezTo>
                    <a:pt x="487" y="426"/>
                    <a:pt x="457" y="453"/>
                    <a:pt x="423" y="457"/>
                  </a:cubicBezTo>
                  <a:lnTo>
                    <a:pt x="422" y="464"/>
                  </a:lnTo>
                  <a:lnTo>
                    <a:pt x="422" y="464"/>
                  </a:lnTo>
                  <a:close/>
                  <a:moveTo>
                    <a:pt x="416" y="463"/>
                  </a:moveTo>
                  <a:lnTo>
                    <a:pt x="416" y="463"/>
                  </a:lnTo>
                  <a:lnTo>
                    <a:pt x="417" y="458"/>
                  </a:lnTo>
                  <a:cubicBezTo>
                    <a:pt x="415" y="458"/>
                    <a:pt x="413" y="458"/>
                    <a:pt x="411" y="458"/>
                  </a:cubicBezTo>
                  <a:cubicBezTo>
                    <a:pt x="407" y="463"/>
                    <a:pt x="403" y="468"/>
                    <a:pt x="399" y="473"/>
                  </a:cubicBezTo>
                  <a:cubicBezTo>
                    <a:pt x="399" y="477"/>
                    <a:pt x="399" y="482"/>
                    <a:pt x="400" y="485"/>
                  </a:cubicBezTo>
                  <a:cubicBezTo>
                    <a:pt x="412" y="476"/>
                    <a:pt x="435" y="482"/>
                    <a:pt x="428" y="506"/>
                  </a:cubicBezTo>
                  <a:cubicBezTo>
                    <a:pt x="431" y="508"/>
                    <a:pt x="434" y="511"/>
                    <a:pt x="437" y="515"/>
                  </a:cubicBezTo>
                  <a:cubicBezTo>
                    <a:pt x="449" y="498"/>
                    <a:pt x="439" y="469"/>
                    <a:pt x="414" y="469"/>
                  </a:cubicBezTo>
                  <a:cubicBezTo>
                    <a:pt x="411" y="468"/>
                    <a:pt x="411" y="463"/>
                    <a:pt x="415" y="463"/>
                  </a:cubicBezTo>
                  <a:cubicBezTo>
                    <a:pt x="415" y="463"/>
                    <a:pt x="416" y="463"/>
                    <a:pt x="416" y="463"/>
                  </a:cubicBezTo>
                  <a:lnTo>
                    <a:pt x="416" y="463"/>
                  </a:lnTo>
                  <a:close/>
                  <a:moveTo>
                    <a:pt x="514" y="262"/>
                  </a:moveTo>
                  <a:lnTo>
                    <a:pt x="514" y="262"/>
                  </a:lnTo>
                  <a:cubicBezTo>
                    <a:pt x="514" y="265"/>
                    <a:pt x="511" y="267"/>
                    <a:pt x="509" y="267"/>
                  </a:cubicBezTo>
                  <a:cubicBezTo>
                    <a:pt x="506" y="267"/>
                    <a:pt x="503" y="265"/>
                    <a:pt x="503" y="262"/>
                  </a:cubicBezTo>
                  <a:cubicBezTo>
                    <a:pt x="503" y="259"/>
                    <a:pt x="506" y="257"/>
                    <a:pt x="509" y="257"/>
                  </a:cubicBezTo>
                  <a:cubicBezTo>
                    <a:pt x="511" y="257"/>
                    <a:pt x="514" y="259"/>
                    <a:pt x="514" y="262"/>
                  </a:cubicBezTo>
                  <a:lnTo>
                    <a:pt x="514" y="262"/>
                  </a:lnTo>
                  <a:close/>
                  <a:moveTo>
                    <a:pt x="529" y="244"/>
                  </a:moveTo>
                  <a:lnTo>
                    <a:pt x="529" y="244"/>
                  </a:lnTo>
                  <a:cubicBezTo>
                    <a:pt x="529" y="248"/>
                    <a:pt x="526" y="250"/>
                    <a:pt x="523" y="250"/>
                  </a:cubicBezTo>
                  <a:cubicBezTo>
                    <a:pt x="520" y="250"/>
                    <a:pt x="517" y="248"/>
                    <a:pt x="517" y="244"/>
                  </a:cubicBezTo>
                  <a:cubicBezTo>
                    <a:pt x="517" y="241"/>
                    <a:pt x="520" y="239"/>
                    <a:pt x="523" y="239"/>
                  </a:cubicBezTo>
                  <a:cubicBezTo>
                    <a:pt x="526" y="239"/>
                    <a:pt x="529" y="241"/>
                    <a:pt x="529" y="244"/>
                  </a:cubicBezTo>
                  <a:lnTo>
                    <a:pt x="529" y="244"/>
                  </a:lnTo>
                  <a:close/>
                  <a:moveTo>
                    <a:pt x="499" y="280"/>
                  </a:moveTo>
                  <a:lnTo>
                    <a:pt x="499" y="280"/>
                  </a:lnTo>
                  <a:cubicBezTo>
                    <a:pt x="499" y="283"/>
                    <a:pt x="497" y="285"/>
                    <a:pt x="495" y="285"/>
                  </a:cubicBezTo>
                  <a:cubicBezTo>
                    <a:pt x="492" y="285"/>
                    <a:pt x="490" y="283"/>
                    <a:pt x="490" y="280"/>
                  </a:cubicBezTo>
                  <a:cubicBezTo>
                    <a:pt x="490" y="278"/>
                    <a:pt x="492" y="276"/>
                    <a:pt x="495" y="276"/>
                  </a:cubicBezTo>
                  <a:cubicBezTo>
                    <a:pt x="497" y="276"/>
                    <a:pt x="499" y="278"/>
                    <a:pt x="499" y="280"/>
                  </a:cubicBezTo>
                  <a:lnTo>
                    <a:pt x="499" y="280"/>
                  </a:lnTo>
                  <a:close/>
                  <a:moveTo>
                    <a:pt x="339" y="230"/>
                  </a:moveTo>
                  <a:lnTo>
                    <a:pt x="339" y="230"/>
                  </a:lnTo>
                  <a:cubicBezTo>
                    <a:pt x="339" y="233"/>
                    <a:pt x="336" y="236"/>
                    <a:pt x="333" y="236"/>
                  </a:cubicBezTo>
                  <a:cubicBezTo>
                    <a:pt x="330" y="236"/>
                    <a:pt x="328" y="233"/>
                    <a:pt x="328" y="230"/>
                  </a:cubicBezTo>
                  <a:cubicBezTo>
                    <a:pt x="328" y="227"/>
                    <a:pt x="330" y="224"/>
                    <a:pt x="333" y="224"/>
                  </a:cubicBezTo>
                  <a:cubicBezTo>
                    <a:pt x="336" y="224"/>
                    <a:pt x="339" y="227"/>
                    <a:pt x="339" y="230"/>
                  </a:cubicBezTo>
                  <a:lnTo>
                    <a:pt x="339" y="230"/>
                  </a:lnTo>
                  <a:close/>
                  <a:moveTo>
                    <a:pt x="407" y="544"/>
                  </a:moveTo>
                  <a:lnTo>
                    <a:pt x="407" y="544"/>
                  </a:lnTo>
                  <a:cubicBezTo>
                    <a:pt x="413" y="544"/>
                    <a:pt x="417" y="539"/>
                    <a:pt x="417" y="534"/>
                  </a:cubicBezTo>
                  <a:cubicBezTo>
                    <a:pt x="417" y="528"/>
                    <a:pt x="413" y="524"/>
                    <a:pt x="407" y="524"/>
                  </a:cubicBezTo>
                  <a:cubicBezTo>
                    <a:pt x="402" y="524"/>
                    <a:pt x="397" y="528"/>
                    <a:pt x="397" y="534"/>
                  </a:cubicBezTo>
                  <a:cubicBezTo>
                    <a:pt x="397" y="539"/>
                    <a:pt x="402" y="544"/>
                    <a:pt x="407" y="544"/>
                  </a:cubicBezTo>
                  <a:lnTo>
                    <a:pt x="407" y="544"/>
                  </a:lnTo>
                  <a:close/>
                  <a:moveTo>
                    <a:pt x="407" y="550"/>
                  </a:moveTo>
                  <a:lnTo>
                    <a:pt x="407" y="550"/>
                  </a:lnTo>
                  <a:cubicBezTo>
                    <a:pt x="399" y="550"/>
                    <a:pt x="392" y="542"/>
                    <a:pt x="392" y="534"/>
                  </a:cubicBezTo>
                  <a:cubicBezTo>
                    <a:pt x="392" y="525"/>
                    <a:pt x="399" y="518"/>
                    <a:pt x="407" y="518"/>
                  </a:cubicBezTo>
                  <a:cubicBezTo>
                    <a:pt x="416" y="518"/>
                    <a:pt x="423" y="525"/>
                    <a:pt x="423" y="534"/>
                  </a:cubicBezTo>
                  <a:cubicBezTo>
                    <a:pt x="423" y="542"/>
                    <a:pt x="416" y="550"/>
                    <a:pt x="407" y="550"/>
                  </a:cubicBezTo>
                  <a:lnTo>
                    <a:pt x="407" y="550"/>
                  </a:lnTo>
                  <a:close/>
                  <a:moveTo>
                    <a:pt x="624" y="463"/>
                  </a:moveTo>
                  <a:lnTo>
                    <a:pt x="624" y="463"/>
                  </a:lnTo>
                  <a:cubicBezTo>
                    <a:pt x="624" y="463"/>
                    <a:pt x="624" y="463"/>
                    <a:pt x="624" y="463"/>
                  </a:cubicBezTo>
                  <a:lnTo>
                    <a:pt x="624" y="463"/>
                  </a:lnTo>
                  <a:lnTo>
                    <a:pt x="624" y="463"/>
                  </a:lnTo>
                  <a:lnTo>
                    <a:pt x="624" y="463"/>
                  </a:lnTo>
                  <a:close/>
                  <a:moveTo>
                    <a:pt x="541" y="399"/>
                  </a:moveTo>
                  <a:lnTo>
                    <a:pt x="541" y="399"/>
                  </a:lnTo>
                  <a:cubicBezTo>
                    <a:pt x="539" y="395"/>
                    <a:pt x="539" y="389"/>
                    <a:pt x="539" y="383"/>
                  </a:cubicBezTo>
                  <a:cubicBezTo>
                    <a:pt x="531" y="385"/>
                    <a:pt x="523" y="389"/>
                    <a:pt x="516" y="395"/>
                  </a:cubicBezTo>
                  <a:cubicBezTo>
                    <a:pt x="518" y="395"/>
                    <a:pt x="522" y="397"/>
                    <a:pt x="527" y="398"/>
                  </a:cubicBezTo>
                  <a:cubicBezTo>
                    <a:pt x="531" y="398"/>
                    <a:pt x="536" y="399"/>
                    <a:pt x="541" y="399"/>
                  </a:cubicBezTo>
                  <a:lnTo>
                    <a:pt x="541" y="399"/>
                  </a:lnTo>
                  <a:close/>
                  <a:moveTo>
                    <a:pt x="545" y="381"/>
                  </a:moveTo>
                  <a:lnTo>
                    <a:pt x="545" y="381"/>
                  </a:lnTo>
                  <a:cubicBezTo>
                    <a:pt x="544" y="389"/>
                    <a:pt x="545" y="395"/>
                    <a:pt x="547" y="400"/>
                  </a:cubicBezTo>
                  <a:cubicBezTo>
                    <a:pt x="551" y="400"/>
                    <a:pt x="554" y="399"/>
                    <a:pt x="558" y="399"/>
                  </a:cubicBezTo>
                  <a:cubicBezTo>
                    <a:pt x="556" y="397"/>
                    <a:pt x="555" y="393"/>
                    <a:pt x="555" y="389"/>
                  </a:cubicBezTo>
                  <a:cubicBezTo>
                    <a:pt x="555" y="386"/>
                    <a:pt x="555" y="382"/>
                    <a:pt x="556" y="379"/>
                  </a:cubicBezTo>
                  <a:cubicBezTo>
                    <a:pt x="553" y="380"/>
                    <a:pt x="549" y="380"/>
                    <a:pt x="545" y="381"/>
                  </a:cubicBezTo>
                  <a:lnTo>
                    <a:pt x="545" y="381"/>
                  </a:lnTo>
                  <a:close/>
                  <a:moveTo>
                    <a:pt x="569" y="373"/>
                  </a:moveTo>
                  <a:lnTo>
                    <a:pt x="569" y="373"/>
                  </a:lnTo>
                  <a:cubicBezTo>
                    <a:pt x="572" y="373"/>
                    <a:pt x="576" y="372"/>
                    <a:pt x="579" y="373"/>
                  </a:cubicBezTo>
                  <a:cubicBezTo>
                    <a:pt x="581" y="373"/>
                    <a:pt x="582" y="375"/>
                    <a:pt x="582" y="376"/>
                  </a:cubicBezTo>
                  <a:cubicBezTo>
                    <a:pt x="582" y="379"/>
                    <a:pt x="577" y="381"/>
                    <a:pt x="574" y="382"/>
                  </a:cubicBezTo>
                  <a:cubicBezTo>
                    <a:pt x="574" y="384"/>
                    <a:pt x="575" y="386"/>
                    <a:pt x="575" y="387"/>
                  </a:cubicBezTo>
                  <a:cubicBezTo>
                    <a:pt x="576" y="395"/>
                    <a:pt x="572" y="402"/>
                    <a:pt x="567" y="404"/>
                  </a:cubicBezTo>
                  <a:cubicBezTo>
                    <a:pt x="567" y="404"/>
                    <a:pt x="567" y="404"/>
                    <a:pt x="567" y="404"/>
                  </a:cubicBezTo>
                  <a:cubicBezTo>
                    <a:pt x="560" y="405"/>
                    <a:pt x="553" y="405"/>
                    <a:pt x="546" y="405"/>
                  </a:cubicBezTo>
                  <a:cubicBezTo>
                    <a:pt x="545" y="405"/>
                    <a:pt x="545" y="405"/>
                    <a:pt x="544" y="405"/>
                  </a:cubicBezTo>
                  <a:cubicBezTo>
                    <a:pt x="533" y="405"/>
                    <a:pt x="521" y="403"/>
                    <a:pt x="511" y="399"/>
                  </a:cubicBezTo>
                  <a:cubicBezTo>
                    <a:pt x="511" y="399"/>
                    <a:pt x="511" y="399"/>
                    <a:pt x="511" y="399"/>
                  </a:cubicBezTo>
                  <a:cubicBezTo>
                    <a:pt x="508" y="402"/>
                    <a:pt x="504" y="399"/>
                    <a:pt x="506" y="396"/>
                  </a:cubicBezTo>
                  <a:cubicBezTo>
                    <a:pt x="506" y="396"/>
                    <a:pt x="507" y="395"/>
                    <a:pt x="508" y="394"/>
                  </a:cubicBezTo>
                  <a:cubicBezTo>
                    <a:pt x="508" y="394"/>
                    <a:pt x="509" y="393"/>
                    <a:pt x="509" y="393"/>
                  </a:cubicBezTo>
                  <a:cubicBezTo>
                    <a:pt x="515" y="387"/>
                    <a:pt x="534" y="373"/>
                    <a:pt x="569" y="373"/>
                  </a:cubicBez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AD4C2154-1036-25AE-9332-6CD29C8A49F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499350" y="325438"/>
              <a:ext cx="525463" cy="576262"/>
            </a:xfrm>
            <a:custGeom>
              <a:avLst/>
              <a:gdLst>
                <a:gd name="T0" fmla="*/ 524 w 647"/>
                <a:gd name="T1" fmla="*/ 663 h 701"/>
                <a:gd name="T2" fmla="*/ 555 w 647"/>
                <a:gd name="T3" fmla="*/ 673 h 701"/>
                <a:gd name="T4" fmla="*/ 563 w 647"/>
                <a:gd name="T5" fmla="*/ 670 h 701"/>
                <a:gd name="T6" fmla="*/ 524 w 647"/>
                <a:gd name="T7" fmla="*/ 657 h 701"/>
                <a:gd name="T8" fmla="*/ 564 w 647"/>
                <a:gd name="T9" fmla="*/ 676 h 701"/>
                <a:gd name="T10" fmla="*/ 510 w 647"/>
                <a:gd name="T11" fmla="*/ 692 h 701"/>
                <a:gd name="T12" fmla="*/ 324 w 647"/>
                <a:gd name="T13" fmla="*/ 675 h 701"/>
                <a:gd name="T14" fmla="*/ 293 w 647"/>
                <a:gd name="T15" fmla="*/ 552 h 701"/>
                <a:gd name="T16" fmla="*/ 265 w 647"/>
                <a:gd name="T17" fmla="*/ 544 h 701"/>
                <a:gd name="T18" fmla="*/ 217 w 647"/>
                <a:gd name="T19" fmla="*/ 599 h 701"/>
                <a:gd name="T20" fmla="*/ 501 w 647"/>
                <a:gd name="T21" fmla="*/ 186 h 701"/>
                <a:gd name="T22" fmla="*/ 510 w 647"/>
                <a:gd name="T23" fmla="*/ 202 h 701"/>
                <a:gd name="T24" fmla="*/ 554 w 647"/>
                <a:gd name="T25" fmla="*/ 163 h 701"/>
                <a:gd name="T26" fmla="*/ 583 w 647"/>
                <a:gd name="T27" fmla="*/ 244 h 701"/>
                <a:gd name="T28" fmla="*/ 579 w 647"/>
                <a:gd name="T29" fmla="*/ 249 h 701"/>
                <a:gd name="T30" fmla="*/ 625 w 647"/>
                <a:gd name="T31" fmla="*/ 468 h 701"/>
                <a:gd name="T32" fmla="*/ 617 w 647"/>
                <a:gd name="T33" fmla="*/ 526 h 701"/>
                <a:gd name="T34" fmla="*/ 534 w 647"/>
                <a:gd name="T35" fmla="*/ 594 h 701"/>
                <a:gd name="T36" fmla="*/ 586 w 647"/>
                <a:gd name="T37" fmla="*/ 661 h 701"/>
                <a:gd name="T38" fmla="*/ 586 w 647"/>
                <a:gd name="T39" fmla="*/ 666 h 701"/>
                <a:gd name="T40" fmla="*/ 564 w 647"/>
                <a:gd name="T41" fmla="*/ 676 h 701"/>
                <a:gd name="T42" fmla="*/ 306 w 647"/>
                <a:gd name="T43" fmla="*/ 571 h 701"/>
                <a:gd name="T44" fmla="*/ 303 w 647"/>
                <a:gd name="T45" fmla="*/ 560 h 701"/>
                <a:gd name="T46" fmla="*/ 302 w 647"/>
                <a:gd name="T47" fmla="*/ 575 h 701"/>
                <a:gd name="T48" fmla="*/ 303 w 647"/>
                <a:gd name="T49" fmla="*/ 596 h 701"/>
                <a:gd name="T50" fmla="*/ 283 w 647"/>
                <a:gd name="T51" fmla="*/ 607 h 701"/>
                <a:gd name="T52" fmla="*/ 333 w 647"/>
                <a:gd name="T53" fmla="*/ 540 h 701"/>
                <a:gd name="T54" fmla="*/ 283 w 647"/>
                <a:gd name="T55" fmla="*/ 607 h 701"/>
                <a:gd name="T56" fmla="*/ 301 w 647"/>
                <a:gd name="T57" fmla="*/ 635 h 701"/>
                <a:gd name="T58" fmla="*/ 289 w 647"/>
                <a:gd name="T59" fmla="*/ 623 h 701"/>
                <a:gd name="T60" fmla="*/ 307 w 647"/>
                <a:gd name="T61" fmla="*/ 639 h 701"/>
                <a:gd name="T62" fmla="*/ 352 w 647"/>
                <a:gd name="T63" fmla="*/ 524 h 701"/>
                <a:gd name="T64" fmla="*/ 527 w 647"/>
                <a:gd name="T65" fmla="*/ 353 h 701"/>
                <a:gd name="T66" fmla="*/ 578 w 647"/>
                <a:gd name="T67" fmla="*/ 264 h 701"/>
                <a:gd name="T68" fmla="*/ 527 w 647"/>
                <a:gd name="T69" fmla="*/ 353 h 701"/>
                <a:gd name="T70" fmla="*/ 519 w 647"/>
                <a:gd name="T71" fmla="*/ 356 h 701"/>
                <a:gd name="T72" fmla="*/ 528 w 647"/>
                <a:gd name="T73" fmla="*/ 314 h 701"/>
                <a:gd name="T74" fmla="*/ 516 w 647"/>
                <a:gd name="T75" fmla="*/ 310 h 701"/>
                <a:gd name="T76" fmla="*/ 518 w 647"/>
                <a:gd name="T77" fmla="*/ 357 h 701"/>
                <a:gd name="T78" fmla="*/ 374 w 647"/>
                <a:gd name="T79" fmla="*/ 525 h 701"/>
                <a:gd name="T80" fmla="*/ 366 w 647"/>
                <a:gd name="T81" fmla="*/ 510 h 701"/>
                <a:gd name="T82" fmla="*/ 387 w 647"/>
                <a:gd name="T83" fmla="*/ 505 h 701"/>
                <a:gd name="T84" fmla="*/ 394 w 647"/>
                <a:gd name="T85" fmla="*/ 479 h 701"/>
                <a:gd name="T86" fmla="*/ 387 w 647"/>
                <a:gd name="T87" fmla="*/ 505 h 701"/>
                <a:gd name="T88" fmla="*/ 258 w 647"/>
                <a:gd name="T89" fmla="*/ 506 h 701"/>
                <a:gd name="T90" fmla="*/ 226 w 647"/>
                <a:gd name="T91" fmla="*/ 406 h 701"/>
                <a:gd name="T92" fmla="*/ 228 w 647"/>
                <a:gd name="T93" fmla="*/ 363 h 701"/>
                <a:gd name="T94" fmla="*/ 231 w 647"/>
                <a:gd name="T95" fmla="*/ 349 h 701"/>
                <a:gd name="T96" fmla="*/ 310 w 647"/>
                <a:gd name="T97" fmla="*/ 227 h 701"/>
                <a:gd name="T98" fmla="*/ 358 w 647"/>
                <a:gd name="T99" fmla="*/ 200 h 701"/>
                <a:gd name="T100" fmla="*/ 462 w 647"/>
                <a:gd name="T101" fmla="*/ 190 h 701"/>
                <a:gd name="T102" fmla="*/ 476 w 647"/>
                <a:gd name="T103" fmla="*/ 180 h 701"/>
                <a:gd name="T104" fmla="*/ 269 w 647"/>
                <a:gd name="T105" fmla="*/ 246 h 701"/>
                <a:gd name="T106" fmla="*/ 245 w 647"/>
                <a:gd name="T107" fmla="*/ 277 h 701"/>
                <a:gd name="T108" fmla="*/ 217 w 647"/>
                <a:gd name="T109" fmla="*/ 345 h 701"/>
                <a:gd name="T110" fmla="*/ 253 w 647"/>
                <a:gd name="T111" fmla="*/ 527 h 7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647" h="701">
                  <a:moveTo>
                    <a:pt x="555" y="673"/>
                  </a:moveTo>
                  <a:lnTo>
                    <a:pt x="555" y="673"/>
                  </a:lnTo>
                  <a:cubicBezTo>
                    <a:pt x="549" y="670"/>
                    <a:pt x="537" y="667"/>
                    <a:pt x="524" y="663"/>
                  </a:cubicBezTo>
                  <a:cubicBezTo>
                    <a:pt x="525" y="670"/>
                    <a:pt x="526" y="677"/>
                    <a:pt x="527" y="682"/>
                  </a:cubicBezTo>
                  <a:cubicBezTo>
                    <a:pt x="536" y="680"/>
                    <a:pt x="546" y="677"/>
                    <a:pt x="555" y="673"/>
                  </a:cubicBezTo>
                  <a:lnTo>
                    <a:pt x="555" y="673"/>
                  </a:lnTo>
                  <a:close/>
                  <a:moveTo>
                    <a:pt x="524" y="657"/>
                  </a:moveTo>
                  <a:lnTo>
                    <a:pt x="524" y="657"/>
                  </a:lnTo>
                  <a:cubicBezTo>
                    <a:pt x="539" y="662"/>
                    <a:pt x="556" y="666"/>
                    <a:pt x="563" y="670"/>
                  </a:cubicBezTo>
                  <a:cubicBezTo>
                    <a:pt x="568" y="668"/>
                    <a:pt x="574" y="666"/>
                    <a:pt x="579" y="663"/>
                  </a:cubicBezTo>
                  <a:cubicBezTo>
                    <a:pt x="569" y="658"/>
                    <a:pt x="546" y="651"/>
                    <a:pt x="524" y="645"/>
                  </a:cubicBezTo>
                  <a:cubicBezTo>
                    <a:pt x="524" y="649"/>
                    <a:pt x="524" y="653"/>
                    <a:pt x="524" y="657"/>
                  </a:cubicBezTo>
                  <a:lnTo>
                    <a:pt x="524" y="657"/>
                  </a:lnTo>
                  <a:close/>
                  <a:moveTo>
                    <a:pt x="564" y="676"/>
                  </a:moveTo>
                  <a:lnTo>
                    <a:pt x="564" y="676"/>
                  </a:lnTo>
                  <a:cubicBezTo>
                    <a:pt x="563" y="676"/>
                    <a:pt x="563" y="676"/>
                    <a:pt x="563" y="676"/>
                  </a:cubicBezTo>
                  <a:cubicBezTo>
                    <a:pt x="546" y="683"/>
                    <a:pt x="528" y="688"/>
                    <a:pt x="511" y="692"/>
                  </a:cubicBezTo>
                  <a:cubicBezTo>
                    <a:pt x="511" y="692"/>
                    <a:pt x="510" y="692"/>
                    <a:pt x="510" y="692"/>
                  </a:cubicBezTo>
                  <a:cubicBezTo>
                    <a:pt x="494" y="695"/>
                    <a:pt x="478" y="697"/>
                    <a:pt x="463" y="698"/>
                  </a:cubicBezTo>
                  <a:cubicBezTo>
                    <a:pt x="462" y="698"/>
                    <a:pt x="462" y="698"/>
                    <a:pt x="462" y="698"/>
                  </a:cubicBezTo>
                  <a:cubicBezTo>
                    <a:pt x="410" y="701"/>
                    <a:pt x="361" y="691"/>
                    <a:pt x="324" y="675"/>
                  </a:cubicBezTo>
                  <a:lnTo>
                    <a:pt x="323" y="674"/>
                  </a:lnTo>
                  <a:cubicBezTo>
                    <a:pt x="323" y="674"/>
                    <a:pt x="322" y="674"/>
                    <a:pt x="322" y="674"/>
                  </a:cubicBezTo>
                  <a:cubicBezTo>
                    <a:pt x="260" y="645"/>
                    <a:pt x="232" y="594"/>
                    <a:pt x="293" y="552"/>
                  </a:cubicBezTo>
                  <a:cubicBezTo>
                    <a:pt x="286" y="542"/>
                    <a:pt x="278" y="532"/>
                    <a:pt x="270" y="522"/>
                  </a:cubicBezTo>
                  <a:cubicBezTo>
                    <a:pt x="267" y="518"/>
                    <a:pt x="265" y="515"/>
                    <a:pt x="262" y="511"/>
                  </a:cubicBezTo>
                  <a:cubicBezTo>
                    <a:pt x="257" y="524"/>
                    <a:pt x="257" y="532"/>
                    <a:pt x="265" y="544"/>
                  </a:cubicBezTo>
                  <a:cubicBezTo>
                    <a:pt x="266" y="545"/>
                    <a:pt x="265" y="546"/>
                    <a:pt x="265" y="547"/>
                  </a:cubicBezTo>
                  <a:lnTo>
                    <a:pt x="221" y="599"/>
                  </a:lnTo>
                  <a:cubicBezTo>
                    <a:pt x="220" y="601"/>
                    <a:pt x="218" y="601"/>
                    <a:pt x="217" y="599"/>
                  </a:cubicBezTo>
                  <a:cubicBezTo>
                    <a:pt x="0" y="361"/>
                    <a:pt x="247" y="0"/>
                    <a:pt x="546" y="104"/>
                  </a:cubicBezTo>
                  <a:cubicBezTo>
                    <a:pt x="548" y="105"/>
                    <a:pt x="549" y="106"/>
                    <a:pt x="548" y="108"/>
                  </a:cubicBezTo>
                  <a:lnTo>
                    <a:pt x="501" y="186"/>
                  </a:lnTo>
                  <a:cubicBezTo>
                    <a:pt x="500" y="187"/>
                    <a:pt x="499" y="188"/>
                    <a:pt x="498" y="187"/>
                  </a:cubicBezTo>
                  <a:cubicBezTo>
                    <a:pt x="483" y="185"/>
                    <a:pt x="474" y="186"/>
                    <a:pt x="468" y="192"/>
                  </a:cubicBezTo>
                  <a:cubicBezTo>
                    <a:pt x="482" y="194"/>
                    <a:pt x="496" y="197"/>
                    <a:pt x="510" y="202"/>
                  </a:cubicBezTo>
                  <a:cubicBezTo>
                    <a:pt x="523" y="188"/>
                    <a:pt x="536" y="175"/>
                    <a:pt x="551" y="163"/>
                  </a:cubicBezTo>
                  <a:cubicBezTo>
                    <a:pt x="551" y="163"/>
                    <a:pt x="551" y="163"/>
                    <a:pt x="552" y="163"/>
                  </a:cubicBezTo>
                  <a:cubicBezTo>
                    <a:pt x="552" y="162"/>
                    <a:pt x="553" y="162"/>
                    <a:pt x="554" y="163"/>
                  </a:cubicBezTo>
                  <a:cubicBezTo>
                    <a:pt x="555" y="163"/>
                    <a:pt x="555" y="163"/>
                    <a:pt x="556" y="164"/>
                  </a:cubicBezTo>
                  <a:cubicBezTo>
                    <a:pt x="556" y="164"/>
                    <a:pt x="556" y="165"/>
                    <a:pt x="556" y="165"/>
                  </a:cubicBezTo>
                  <a:lnTo>
                    <a:pt x="583" y="244"/>
                  </a:lnTo>
                  <a:cubicBezTo>
                    <a:pt x="583" y="245"/>
                    <a:pt x="583" y="245"/>
                    <a:pt x="583" y="246"/>
                  </a:cubicBezTo>
                  <a:cubicBezTo>
                    <a:pt x="583" y="247"/>
                    <a:pt x="582" y="247"/>
                    <a:pt x="582" y="247"/>
                  </a:cubicBezTo>
                  <a:cubicBezTo>
                    <a:pt x="581" y="248"/>
                    <a:pt x="580" y="249"/>
                    <a:pt x="579" y="249"/>
                  </a:cubicBezTo>
                  <a:cubicBezTo>
                    <a:pt x="585" y="266"/>
                    <a:pt x="623" y="382"/>
                    <a:pt x="635" y="413"/>
                  </a:cubicBezTo>
                  <a:cubicBezTo>
                    <a:pt x="639" y="423"/>
                    <a:pt x="647" y="441"/>
                    <a:pt x="647" y="452"/>
                  </a:cubicBezTo>
                  <a:cubicBezTo>
                    <a:pt x="647" y="462"/>
                    <a:pt x="640" y="467"/>
                    <a:pt x="625" y="468"/>
                  </a:cubicBezTo>
                  <a:cubicBezTo>
                    <a:pt x="617" y="475"/>
                    <a:pt x="616" y="478"/>
                    <a:pt x="620" y="483"/>
                  </a:cubicBezTo>
                  <a:cubicBezTo>
                    <a:pt x="628" y="494"/>
                    <a:pt x="624" y="499"/>
                    <a:pt x="615" y="506"/>
                  </a:cubicBezTo>
                  <a:cubicBezTo>
                    <a:pt x="624" y="513"/>
                    <a:pt x="622" y="526"/>
                    <a:pt x="617" y="526"/>
                  </a:cubicBezTo>
                  <a:cubicBezTo>
                    <a:pt x="611" y="526"/>
                    <a:pt x="609" y="528"/>
                    <a:pt x="605" y="533"/>
                  </a:cubicBezTo>
                  <a:cubicBezTo>
                    <a:pt x="633" y="560"/>
                    <a:pt x="610" y="583"/>
                    <a:pt x="573" y="591"/>
                  </a:cubicBezTo>
                  <a:cubicBezTo>
                    <a:pt x="562" y="594"/>
                    <a:pt x="548" y="595"/>
                    <a:pt x="534" y="594"/>
                  </a:cubicBezTo>
                  <a:cubicBezTo>
                    <a:pt x="534" y="594"/>
                    <a:pt x="534" y="594"/>
                    <a:pt x="534" y="595"/>
                  </a:cubicBezTo>
                  <a:cubicBezTo>
                    <a:pt x="529" y="610"/>
                    <a:pt x="526" y="625"/>
                    <a:pt x="525" y="639"/>
                  </a:cubicBezTo>
                  <a:cubicBezTo>
                    <a:pt x="549" y="646"/>
                    <a:pt x="578" y="655"/>
                    <a:pt x="586" y="661"/>
                  </a:cubicBezTo>
                  <a:cubicBezTo>
                    <a:pt x="586" y="661"/>
                    <a:pt x="587" y="662"/>
                    <a:pt x="587" y="662"/>
                  </a:cubicBezTo>
                  <a:cubicBezTo>
                    <a:pt x="587" y="663"/>
                    <a:pt x="588" y="663"/>
                    <a:pt x="587" y="664"/>
                  </a:cubicBezTo>
                  <a:cubicBezTo>
                    <a:pt x="587" y="665"/>
                    <a:pt x="587" y="665"/>
                    <a:pt x="586" y="666"/>
                  </a:cubicBezTo>
                  <a:cubicBezTo>
                    <a:pt x="586" y="666"/>
                    <a:pt x="586" y="666"/>
                    <a:pt x="585" y="666"/>
                  </a:cubicBezTo>
                  <a:cubicBezTo>
                    <a:pt x="578" y="670"/>
                    <a:pt x="571" y="673"/>
                    <a:pt x="564" y="676"/>
                  </a:cubicBezTo>
                  <a:lnTo>
                    <a:pt x="564" y="676"/>
                  </a:lnTo>
                  <a:close/>
                  <a:moveTo>
                    <a:pt x="306" y="570"/>
                  </a:moveTo>
                  <a:lnTo>
                    <a:pt x="306" y="570"/>
                  </a:lnTo>
                  <a:cubicBezTo>
                    <a:pt x="306" y="570"/>
                    <a:pt x="306" y="570"/>
                    <a:pt x="306" y="571"/>
                  </a:cubicBezTo>
                  <a:cubicBezTo>
                    <a:pt x="308" y="577"/>
                    <a:pt x="309" y="584"/>
                    <a:pt x="309" y="592"/>
                  </a:cubicBezTo>
                  <a:cubicBezTo>
                    <a:pt x="326" y="581"/>
                    <a:pt x="321" y="561"/>
                    <a:pt x="316" y="552"/>
                  </a:cubicBezTo>
                  <a:cubicBezTo>
                    <a:pt x="312" y="555"/>
                    <a:pt x="307" y="558"/>
                    <a:pt x="303" y="560"/>
                  </a:cubicBezTo>
                  <a:cubicBezTo>
                    <a:pt x="304" y="563"/>
                    <a:pt x="305" y="566"/>
                    <a:pt x="306" y="570"/>
                  </a:cubicBezTo>
                  <a:lnTo>
                    <a:pt x="306" y="570"/>
                  </a:lnTo>
                  <a:close/>
                  <a:moveTo>
                    <a:pt x="302" y="575"/>
                  </a:moveTo>
                  <a:lnTo>
                    <a:pt x="302" y="575"/>
                  </a:lnTo>
                  <a:cubicBezTo>
                    <a:pt x="289" y="583"/>
                    <a:pt x="284" y="592"/>
                    <a:pt x="283" y="601"/>
                  </a:cubicBezTo>
                  <a:cubicBezTo>
                    <a:pt x="291" y="600"/>
                    <a:pt x="297" y="598"/>
                    <a:pt x="303" y="596"/>
                  </a:cubicBezTo>
                  <a:cubicBezTo>
                    <a:pt x="303" y="588"/>
                    <a:pt x="303" y="581"/>
                    <a:pt x="302" y="575"/>
                  </a:cubicBezTo>
                  <a:lnTo>
                    <a:pt x="302" y="575"/>
                  </a:lnTo>
                  <a:close/>
                  <a:moveTo>
                    <a:pt x="283" y="607"/>
                  </a:moveTo>
                  <a:lnTo>
                    <a:pt x="283" y="607"/>
                  </a:lnTo>
                  <a:cubicBezTo>
                    <a:pt x="283" y="610"/>
                    <a:pt x="284" y="614"/>
                    <a:pt x="286" y="617"/>
                  </a:cubicBezTo>
                  <a:cubicBezTo>
                    <a:pt x="325" y="617"/>
                    <a:pt x="354" y="578"/>
                    <a:pt x="333" y="540"/>
                  </a:cubicBezTo>
                  <a:cubicBezTo>
                    <a:pt x="329" y="543"/>
                    <a:pt x="325" y="546"/>
                    <a:pt x="321" y="549"/>
                  </a:cubicBezTo>
                  <a:cubicBezTo>
                    <a:pt x="329" y="563"/>
                    <a:pt x="335" y="601"/>
                    <a:pt x="283" y="607"/>
                  </a:cubicBezTo>
                  <a:lnTo>
                    <a:pt x="283" y="607"/>
                  </a:lnTo>
                  <a:close/>
                  <a:moveTo>
                    <a:pt x="289" y="623"/>
                  </a:moveTo>
                  <a:lnTo>
                    <a:pt x="289" y="623"/>
                  </a:lnTo>
                  <a:cubicBezTo>
                    <a:pt x="292" y="627"/>
                    <a:pt x="296" y="631"/>
                    <a:pt x="301" y="635"/>
                  </a:cubicBezTo>
                  <a:cubicBezTo>
                    <a:pt x="358" y="619"/>
                    <a:pt x="370" y="571"/>
                    <a:pt x="348" y="528"/>
                  </a:cubicBezTo>
                  <a:cubicBezTo>
                    <a:pt x="344" y="531"/>
                    <a:pt x="341" y="533"/>
                    <a:pt x="338" y="536"/>
                  </a:cubicBezTo>
                  <a:cubicBezTo>
                    <a:pt x="362" y="578"/>
                    <a:pt x="330" y="620"/>
                    <a:pt x="289" y="623"/>
                  </a:cubicBezTo>
                  <a:lnTo>
                    <a:pt x="289" y="623"/>
                  </a:lnTo>
                  <a:close/>
                  <a:moveTo>
                    <a:pt x="307" y="639"/>
                  </a:moveTo>
                  <a:lnTo>
                    <a:pt x="307" y="639"/>
                  </a:lnTo>
                  <a:cubicBezTo>
                    <a:pt x="312" y="643"/>
                    <a:pt x="318" y="645"/>
                    <a:pt x="325" y="647"/>
                  </a:cubicBezTo>
                  <a:cubicBezTo>
                    <a:pt x="395" y="612"/>
                    <a:pt x="378" y="539"/>
                    <a:pt x="362" y="514"/>
                  </a:cubicBezTo>
                  <a:cubicBezTo>
                    <a:pt x="359" y="517"/>
                    <a:pt x="355" y="521"/>
                    <a:pt x="352" y="524"/>
                  </a:cubicBezTo>
                  <a:cubicBezTo>
                    <a:pt x="376" y="569"/>
                    <a:pt x="365" y="620"/>
                    <a:pt x="307" y="639"/>
                  </a:cubicBezTo>
                  <a:lnTo>
                    <a:pt x="307" y="639"/>
                  </a:lnTo>
                  <a:close/>
                  <a:moveTo>
                    <a:pt x="527" y="353"/>
                  </a:moveTo>
                  <a:lnTo>
                    <a:pt x="527" y="353"/>
                  </a:lnTo>
                  <a:cubicBezTo>
                    <a:pt x="552" y="343"/>
                    <a:pt x="582" y="339"/>
                    <a:pt x="606" y="346"/>
                  </a:cubicBezTo>
                  <a:cubicBezTo>
                    <a:pt x="595" y="315"/>
                    <a:pt x="584" y="282"/>
                    <a:pt x="578" y="264"/>
                  </a:cubicBezTo>
                  <a:cubicBezTo>
                    <a:pt x="578" y="295"/>
                    <a:pt x="563" y="325"/>
                    <a:pt x="532" y="338"/>
                  </a:cubicBezTo>
                  <a:cubicBezTo>
                    <a:pt x="531" y="343"/>
                    <a:pt x="529" y="348"/>
                    <a:pt x="527" y="353"/>
                  </a:cubicBezTo>
                  <a:lnTo>
                    <a:pt x="527" y="353"/>
                  </a:lnTo>
                  <a:close/>
                  <a:moveTo>
                    <a:pt x="518" y="357"/>
                  </a:moveTo>
                  <a:lnTo>
                    <a:pt x="518" y="357"/>
                  </a:lnTo>
                  <a:cubicBezTo>
                    <a:pt x="518" y="357"/>
                    <a:pt x="518" y="357"/>
                    <a:pt x="519" y="356"/>
                  </a:cubicBezTo>
                  <a:cubicBezTo>
                    <a:pt x="523" y="350"/>
                    <a:pt x="525" y="343"/>
                    <a:pt x="527" y="336"/>
                  </a:cubicBezTo>
                  <a:cubicBezTo>
                    <a:pt x="527" y="335"/>
                    <a:pt x="527" y="335"/>
                    <a:pt x="527" y="335"/>
                  </a:cubicBezTo>
                  <a:cubicBezTo>
                    <a:pt x="528" y="328"/>
                    <a:pt x="529" y="321"/>
                    <a:pt x="528" y="314"/>
                  </a:cubicBezTo>
                  <a:cubicBezTo>
                    <a:pt x="528" y="314"/>
                    <a:pt x="528" y="314"/>
                    <a:pt x="528" y="313"/>
                  </a:cubicBezTo>
                  <a:cubicBezTo>
                    <a:pt x="528" y="308"/>
                    <a:pt x="527" y="303"/>
                    <a:pt x="526" y="298"/>
                  </a:cubicBezTo>
                  <a:cubicBezTo>
                    <a:pt x="523" y="302"/>
                    <a:pt x="519" y="306"/>
                    <a:pt x="516" y="310"/>
                  </a:cubicBezTo>
                  <a:cubicBezTo>
                    <a:pt x="517" y="328"/>
                    <a:pt x="513" y="348"/>
                    <a:pt x="494" y="365"/>
                  </a:cubicBezTo>
                  <a:cubicBezTo>
                    <a:pt x="495" y="371"/>
                    <a:pt x="495" y="377"/>
                    <a:pt x="494" y="382"/>
                  </a:cubicBezTo>
                  <a:cubicBezTo>
                    <a:pt x="505" y="374"/>
                    <a:pt x="513" y="366"/>
                    <a:pt x="518" y="357"/>
                  </a:cubicBezTo>
                  <a:lnTo>
                    <a:pt x="518" y="357"/>
                  </a:lnTo>
                  <a:close/>
                  <a:moveTo>
                    <a:pt x="374" y="525"/>
                  </a:moveTo>
                  <a:lnTo>
                    <a:pt x="374" y="525"/>
                  </a:lnTo>
                  <a:cubicBezTo>
                    <a:pt x="375" y="519"/>
                    <a:pt x="378" y="513"/>
                    <a:pt x="383" y="509"/>
                  </a:cubicBezTo>
                  <a:cubicBezTo>
                    <a:pt x="381" y="505"/>
                    <a:pt x="379" y="501"/>
                    <a:pt x="379" y="497"/>
                  </a:cubicBezTo>
                  <a:cubicBezTo>
                    <a:pt x="375" y="501"/>
                    <a:pt x="370" y="506"/>
                    <a:pt x="366" y="510"/>
                  </a:cubicBezTo>
                  <a:cubicBezTo>
                    <a:pt x="369" y="514"/>
                    <a:pt x="371" y="519"/>
                    <a:pt x="374" y="525"/>
                  </a:cubicBezTo>
                  <a:lnTo>
                    <a:pt x="374" y="525"/>
                  </a:lnTo>
                  <a:close/>
                  <a:moveTo>
                    <a:pt x="387" y="505"/>
                  </a:moveTo>
                  <a:lnTo>
                    <a:pt x="387" y="505"/>
                  </a:lnTo>
                  <a:cubicBezTo>
                    <a:pt x="391" y="503"/>
                    <a:pt x="394" y="501"/>
                    <a:pt x="399" y="500"/>
                  </a:cubicBezTo>
                  <a:cubicBezTo>
                    <a:pt x="396" y="494"/>
                    <a:pt x="394" y="487"/>
                    <a:pt x="394" y="479"/>
                  </a:cubicBezTo>
                  <a:cubicBezTo>
                    <a:pt x="390" y="483"/>
                    <a:pt x="387" y="487"/>
                    <a:pt x="383" y="491"/>
                  </a:cubicBezTo>
                  <a:cubicBezTo>
                    <a:pt x="384" y="496"/>
                    <a:pt x="385" y="501"/>
                    <a:pt x="387" y="505"/>
                  </a:cubicBezTo>
                  <a:lnTo>
                    <a:pt x="387" y="505"/>
                  </a:lnTo>
                  <a:close/>
                  <a:moveTo>
                    <a:pt x="253" y="527"/>
                  </a:moveTo>
                  <a:lnTo>
                    <a:pt x="253" y="527"/>
                  </a:lnTo>
                  <a:cubicBezTo>
                    <a:pt x="253" y="520"/>
                    <a:pt x="255" y="513"/>
                    <a:pt x="258" y="506"/>
                  </a:cubicBezTo>
                  <a:cubicBezTo>
                    <a:pt x="244" y="485"/>
                    <a:pt x="232" y="458"/>
                    <a:pt x="227" y="419"/>
                  </a:cubicBezTo>
                  <a:cubicBezTo>
                    <a:pt x="227" y="418"/>
                    <a:pt x="227" y="418"/>
                    <a:pt x="227" y="418"/>
                  </a:cubicBezTo>
                  <a:cubicBezTo>
                    <a:pt x="227" y="414"/>
                    <a:pt x="227" y="410"/>
                    <a:pt x="226" y="406"/>
                  </a:cubicBezTo>
                  <a:cubicBezTo>
                    <a:pt x="226" y="406"/>
                    <a:pt x="226" y="406"/>
                    <a:pt x="226" y="405"/>
                  </a:cubicBezTo>
                  <a:cubicBezTo>
                    <a:pt x="226" y="404"/>
                    <a:pt x="226" y="403"/>
                    <a:pt x="226" y="401"/>
                  </a:cubicBezTo>
                  <a:cubicBezTo>
                    <a:pt x="226" y="388"/>
                    <a:pt x="226" y="375"/>
                    <a:pt x="228" y="363"/>
                  </a:cubicBezTo>
                  <a:cubicBezTo>
                    <a:pt x="228" y="362"/>
                    <a:pt x="229" y="362"/>
                    <a:pt x="229" y="362"/>
                  </a:cubicBezTo>
                  <a:cubicBezTo>
                    <a:pt x="229" y="358"/>
                    <a:pt x="230" y="354"/>
                    <a:pt x="231" y="350"/>
                  </a:cubicBezTo>
                  <a:cubicBezTo>
                    <a:pt x="231" y="350"/>
                    <a:pt x="231" y="349"/>
                    <a:pt x="231" y="349"/>
                  </a:cubicBezTo>
                  <a:cubicBezTo>
                    <a:pt x="239" y="313"/>
                    <a:pt x="258" y="278"/>
                    <a:pt x="284" y="250"/>
                  </a:cubicBezTo>
                  <a:cubicBezTo>
                    <a:pt x="284" y="250"/>
                    <a:pt x="284" y="249"/>
                    <a:pt x="284" y="249"/>
                  </a:cubicBezTo>
                  <a:cubicBezTo>
                    <a:pt x="292" y="241"/>
                    <a:pt x="301" y="234"/>
                    <a:pt x="310" y="227"/>
                  </a:cubicBezTo>
                  <a:lnTo>
                    <a:pt x="310" y="227"/>
                  </a:lnTo>
                  <a:cubicBezTo>
                    <a:pt x="324" y="216"/>
                    <a:pt x="340" y="207"/>
                    <a:pt x="358" y="201"/>
                  </a:cubicBezTo>
                  <a:cubicBezTo>
                    <a:pt x="358" y="200"/>
                    <a:pt x="358" y="200"/>
                    <a:pt x="358" y="200"/>
                  </a:cubicBezTo>
                  <a:cubicBezTo>
                    <a:pt x="379" y="192"/>
                    <a:pt x="403" y="188"/>
                    <a:pt x="428" y="188"/>
                  </a:cubicBezTo>
                  <a:cubicBezTo>
                    <a:pt x="430" y="188"/>
                    <a:pt x="431" y="188"/>
                    <a:pt x="433" y="188"/>
                  </a:cubicBezTo>
                  <a:cubicBezTo>
                    <a:pt x="442" y="188"/>
                    <a:pt x="452" y="189"/>
                    <a:pt x="462" y="190"/>
                  </a:cubicBezTo>
                  <a:cubicBezTo>
                    <a:pt x="466" y="185"/>
                    <a:pt x="471" y="182"/>
                    <a:pt x="478" y="181"/>
                  </a:cubicBezTo>
                  <a:cubicBezTo>
                    <a:pt x="477" y="181"/>
                    <a:pt x="477" y="180"/>
                    <a:pt x="476" y="180"/>
                  </a:cubicBezTo>
                  <a:cubicBezTo>
                    <a:pt x="476" y="180"/>
                    <a:pt x="476" y="180"/>
                    <a:pt x="476" y="180"/>
                  </a:cubicBezTo>
                  <a:cubicBezTo>
                    <a:pt x="464" y="177"/>
                    <a:pt x="451" y="175"/>
                    <a:pt x="439" y="174"/>
                  </a:cubicBezTo>
                  <a:lnTo>
                    <a:pt x="439" y="174"/>
                  </a:lnTo>
                  <a:cubicBezTo>
                    <a:pt x="374" y="170"/>
                    <a:pt x="312" y="198"/>
                    <a:pt x="269" y="246"/>
                  </a:cubicBezTo>
                  <a:lnTo>
                    <a:pt x="269" y="246"/>
                  </a:lnTo>
                  <a:cubicBezTo>
                    <a:pt x="260" y="256"/>
                    <a:pt x="252" y="266"/>
                    <a:pt x="245" y="277"/>
                  </a:cubicBezTo>
                  <a:cubicBezTo>
                    <a:pt x="245" y="277"/>
                    <a:pt x="245" y="277"/>
                    <a:pt x="245" y="277"/>
                  </a:cubicBezTo>
                  <a:cubicBezTo>
                    <a:pt x="238" y="288"/>
                    <a:pt x="233" y="298"/>
                    <a:pt x="228" y="310"/>
                  </a:cubicBezTo>
                  <a:cubicBezTo>
                    <a:pt x="228" y="310"/>
                    <a:pt x="228" y="310"/>
                    <a:pt x="228" y="310"/>
                  </a:cubicBezTo>
                  <a:cubicBezTo>
                    <a:pt x="223" y="321"/>
                    <a:pt x="219" y="333"/>
                    <a:pt x="217" y="345"/>
                  </a:cubicBezTo>
                  <a:cubicBezTo>
                    <a:pt x="206" y="391"/>
                    <a:pt x="210" y="442"/>
                    <a:pt x="235" y="494"/>
                  </a:cubicBezTo>
                  <a:lnTo>
                    <a:pt x="235" y="494"/>
                  </a:lnTo>
                  <a:cubicBezTo>
                    <a:pt x="240" y="505"/>
                    <a:pt x="246" y="516"/>
                    <a:pt x="253" y="527"/>
                  </a:cubicBezTo>
                  <a:lnTo>
                    <a:pt x="253" y="527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2" name="Freeform 8">
              <a:extLst>
                <a:ext uri="{FF2B5EF4-FFF2-40B4-BE49-F238E27FC236}">
                  <a16:creationId xmlns:a16="http://schemas.microsoft.com/office/drawing/2014/main" id="{F1AA4C57-F564-9D30-8972-9143A104F61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8263" y="465138"/>
              <a:ext cx="273050" cy="304800"/>
            </a:xfrm>
            <a:custGeom>
              <a:avLst/>
              <a:gdLst>
                <a:gd name="T0" fmla="*/ 31 w 337"/>
                <a:gd name="T1" fmla="*/ 334 h 370"/>
                <a:gd name="T2" fmla="*/ 55 w 337"/>
                <a:gd name="T3" fmla="*/ 309 h 370"/>
                <a:gd name="T4" fmla="*/ 27 w 337"/>
                <a:gd name="T5" fmla="*/ 282 h 370"/>
                <a:gd name="T6" fmla="*/ 8 w 337"/>
                <a:gd name="T7" fmla="*/ 272 h 370"/>
                <a:gd name="T8" fmla="*/ 31 w 337"/>
                <a:gd name="T9" fmla="*/ 333 h 370"/>
                <a:gd name="T10" fmla="*/ 58 w 337"/>
                <a:gd name="T11" fmla="*/ 370 h 370"/>
                <a:gd name="T12" fmla="*/ 303 w 337"/>
                <a:gd name="T13" fmla="*/ 58 h 370"/>
                <a:gd name="T14" fmla="*/ 58 w 337"/>
                <a:gd name="T15" fmla="*/ 370 h 370"/>
                <a:gd name="T16" fmla="*/ 325 w 337"/>
                <a:gd name="T17" fmla="*/ 18 h 370"/>
                <a:gd name="T18" fmla="*/ 327 w 337"/>
                <a:gd name="T19" fmla="*/ 60 h 370"/>
                <a:gd name="T20" fmla="*/ 322 w 337"/>
                <a:gd name="T21" fmla="*/ 40 h 370"/>
                <a:gd name="T22" fmla="*/ 325 w 337"/>
                <a:gd name="T23" fmla="*/ 18 h 370"/>
                <a:gd name="T24" fmla="*/ 41 w 337"/>
                <a:gd name="T25" fmla="*/ 347 h 370"/>
                <a:gd name="T26" fmla="*/ 186 w 337"/>
                <a:gd name="T27" fmla="*/ 194 h 370"/>
                <a:gd name="T28" fmla="*/ 323 w 337"/>
                <a:gd name="T29" fmla="*/ 13 h 370"/>
                <a:gd name="T30" fmla="*/ 267 w 337"/>
                <a:gd name="T31" fmla="*/ 53 h 370"/>
                <a:gd name="T32" fmla="*/ 145 w 337"/>
                <a:gd name="T33" fmla="*/ 232 h 370"/>
                <a:gd name="T34" fmla="*/ 114 w 337"/>
                <a:gd name="T35" fmla="*/ 274 h 370"/>
                <a:gd name="T36" fmla="*/ 92 w 337"/>
                <a:gd name="T37" fmla="*/ 299 h 370"/>
                <a:gd name="T38" fmla="*/ 75 w 337"/>
                <a:gd name="T39" fmla="*/ 317 h 370"/>
                <a:gd name="T40" fmla="*/ 85 w 337"/>
                <a:gd name="T41" fmla="*/ 299 h 370"/>
                <a:gd name="T42" fmla="*/ 31 w 337"/>
                <a:gd name="T43" fmla="*/ 279 h 370"/>
                <a:gd name="T44" fmla="*/ 73 w 337"/>
                <a:gd name="T45" fmla="*/ 312 h 370"/>
                <a:gd name="T46" fmla="*/ 102 w 337"/>
                <a:gd name="T47" fmla="*/ 279 h 370"/>
                <a:gd name="T48" fmla="*/ 90 w 337"/>
                <a:gd name="T49" fmla="*/ 294 h 370"/>
                <a:gd name="T50" fmla="*/ 110 w 337"/>
                <a:gd name="T51" fmla="*/ 270 h 370"/>
                <a:gd name="T52" fmla="*/ 89 w 337"/>
                <a:gd name="T53" fmla="*/ 226 h 370"/>
                <a:gd name="T54" fmla="*/ 82 w 337"/>
                <a:gd name="T55" fmla="*/ 226 h 370"/>
                <a:gd name="T56" fmla="*/ 102 w 337"/>
                <a:gd name="T57" fmla="*/ 211 h 370"/>
                <a:gd name="T58" fmla="*/ 144 w 337"/>
                <a:gd name="T59" fmla="*/ 199 h 370"/>
                <a:gd name="T60" fmla="*/ 110 w 337"/>
                <a:gd name="T61" fmla="*/ 270 h 370"/>
                <a:gd name="T62" fmla="*/ 128 w 337"/>
                <a:gd name="T63" fmla="*/ 246 h 370"/>
                <a:gd name="T64" fmla="*/ 109 w 337"/>
                <a:gd name="T65" fmla="*/ 214 h 370"/>
                <a:gd name="T66" fmla="*/ 144 w 337"/>
                <a:gd name="T67" fmla="*/ 224 h 370"/>
                <a:gd name="T68" fmla="*/ 153 w 337"/>
                <a:gd name="T69" fmla="*/ 204 h 370"/>
                <a:gd name="T70" fmla="*/ 144 w 337"/>
                <a:gd name="T71" fmla="*/ 224 h 370"/>
                <a:gd name="T72" fmla="*/ 171 w 337"/>
                <a:gd name="T73" fmla="*/ 183 h 370"/>
                <a:gd name="T74" fmla="*/ 154 w 337"/>
                <a:gd name="T75" fmla="*/ 199 h 370"/>
                <a:gd name="T76" fmla="*/ 159 w 337"/>
                <a:gd name="T77" fmla="*/ 202 h 370"/>
                <a:gd name="T78" fmla="*/ 183 w 337"/>
                <a:gd name="T79" fmla="*/ 164 h 370"/>
                <a:gd name="T80" fmla="*/ 94 w 337"/>
                <a:gd name="T81" fmla="*/ 175 h 370"/>
                <a:gd name="T82" fmla="*/ 174 w 337"/>
                <a:gd name="T83" fmla="*/ 178 h 370"/>
                <a:gd name="T84" fmla="*/ 193 w 337"/>
                <a:gd name="T85" fmla="*/ 148 h 370"/>
                <a:gd name="T86" fmla="*/ 54 w 337"/>
                <a:gd name="T87" fmla="*/ 148 h 370"/>
                <a:gd name="T88" fmla="*/ 186 w 337"/>
                <a:gd name="T89" fmla="*/ 159 h 370"/>
                <a:gd name="T90" fmla="*/ 204 w 337"/>
                <a:gd name="T91" fmla="*/ 131 h 370"/>
                <a:gd name="T92" fmla="*/ 110 w 337"/>
                <a:gd name="T93" fmla="*/ 123 h 370"/>
                <a:gd name="T94" fmla="*/ 42 w 337"/>
                <a:gd name="T95" fmla="*/ 99 h 370"/>
                <a:gd name="T96" fmla="*/ 113 w 337"/>
                <a:gd name="T97" fmla="*/ 137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37" h="370">
                  <a:moveTo>
                    <a:pt x="31" y="333"/>
                  </a:moveTo>
                  <a:lnTo>
                    <a:pt x="31" y="333"/>
                  </a:lnTo>
                  <a:cubicBezTo>
                    <a:pt x="31" y="334"/>
                    <a:pt x="31" y="334"/>
                    <a:pt x="31" y="334"/>
                  </a:cubicBezTo>
                  <a:cubicBezTo>
                    <a:pt x="33" y="337"/>
                    <a:pt x="35" y="340"/>
                    <a:pt x="37" y="343"/>
                  </a:cubicBezTo>
                  <a:cubicBezTo>
                    <a:pt x="48" y="334"/>
                    <a:pt x="59" y="325"/>
                    <a:pt x="68" y="316"/>
                  </a:cubicBezTo>
                  <a:cubicBezTo>
                    <a:pt x="64" y="313"/>
                    <a:pt x="59" y="311"/>
                    <a:pt x="55" y="309"/>
                  </a:cubicBezTo>
                  <a:cubicBezTo>
                    <a:pt x="48" y="316"/>
                    <a:pt x="42" y="320"/>
                    <a:pt x="29" y="320"/>
                  </a:cubicBezTo>
                  <a:cubicBezTo>
                    <a:pt x="27" y="320"/>
                    <a:pt x="26" y="318"/>
                    <a:pt x="27" y="316"/>
                  </a:cubicBezTo>
                  <a:cubicBezTo>
                    <a:pt x="29" y="309"/>
                    <a:pt x="27" y="291"/>
                    <a:pt x="27" y="282"/>
                  </a:cubicBezTo>
                  <a:cubicBezTo>
                    <a:pt x="26" y="280"/>
                    <a:pt x="25" y="278"/>
                    <a:pt x="24" y="276"/>
                  </a:cubicBezTo>
                  <a:cubicBezTo>
                    <a:pt x="20" y="277"/>
                    <a:pt x="16" y="277"/>
                    <a:pt x="10" y="277"/>
                  </a:cubicBezTo>
                  <a:cubicBezTo>
                    <a:pt x="7" y="277"/>
                    <a:pt x="6" y="274"/>
                    <a:pt x="8" y="272"/>
                  </a:cubicBezTo>
                  <a:cubicBezTo>
                    <a:pt x="17" y="264"/>
                    <a:pt x="16" y="253"/>
                    <a:pt x="17" y="238"/>
                  </a:cubicBezTo>
                  <a:cubicBezTo>
                    <a:pt x="12" y="241"/>
                    <a:pt x="4" y="247"/>
                    <a:pt x="0" y="249"/>
                  </a:cubicBezTo>
                  <a:cubicBezTo>
                    <a:pt x="4" y="288"/>
                    <a:pt x="17" y="313"/>
                    <a:pt x="31" y="333"/>
                  </a:cubicBezTo>
                  <a:lnTo>
                    <a:pt x="31" y="333"/>
                  </a:lnTo>
                  <a:close/>
                  <a:moveTo>
                    <a:pt x="58" y="370"/>
                  </a:moveTo>
                  <a:lnTo>
                    <a:pt x="58" y="370"/>
                  </a:lnTo>
                  <a:cubicBezTo>
                    <a:pt x="173" y="293"/>
                    <a:pt x="218" y="153"/>
                    <a:pt x="321" y="65"/>
                  </a:cubicBezTo>
                  <a:lnTo>
                    <a:pt x="306" y="62"/>
                  </a:lnTo>
                  <a:cubicBezTo>
                    <a:pt x="303" y="61"/>
                    <a:pt x="303" y="61"/>
                    <a:pt x="303" y="58"/>
                  </a:cubicBezTo>
                  <a:lnTo>
                    <a:pt x="306" y="37"/>
                  </a:lnTo>
                  <a:cubicBezTo>
                    <a:pt x="211" y="133"/>
                    <a:pt x="158" y="292"/>
                    <a:pt x="50" y="360"/>
                  </a:cubicBezTo>
                  <a:cubicBezTo>
                    <a:pt x="53" y="363"/>
                    <a:pt x="55" y="366"/>
                    <a:pt x="58" y="370"/>
                  </a:cubicBezTo>
                  <a:lnTo>
                    <a:pt x="58" y="370"/>
                  </a:lnTo>
                  <a:close/>
                  <a:moveTo>
                    <a:pt x="325" y="18"/>
                  </a:moveTo>
                  <a:lnTo>
                    <a:pt x="325" y="18"/>
                  </a:lnTo>
                  <a:cubicBezTo>
                    <a:pt x="321" y="22"/>
                    <a:pt x="316" y="26"/>
                    <a:pt x="312" y="30"/>
                  </a:cubicBezTo>
                  <a:lnTo>
                    <a:pt x="309" y="57"/>
                  </a:lnTo>
                  <a:lnTo>
                    <a:pt x="327" y="60"/>
                  </a:lnTo>
                  <a:cubicBezTo>
                    <a:pt x="330" y="58"/>
                    <a:pt x="333" y="55"/>
                    <a:pt x="337" y="52"/>
                  </a:cubicBezTo>
                  <a:lnTo>
                    <a:pt x="334" y="46"/>
                  </a:lnTo>
                  <a:cubicBezTo>
                    <a:pt x="329" y="47"/>
                    <a:pt x="324" y="45"/>
                    <a:pt x="322" y="40"/>
                  </a:cubicBezTo>
                  <a:cubicBezTo>
                    <a:pt x="320" y="34"/>
                    <a:pt x="323" y="29"/>
                    <a:pt x="328" y="27"/>
                  </a:cubicBezTo>
                  <a:lnTo>
                    <a:pt x="325" y="18"/>
                  </a:lnTo>
                  <a:lnTo>
                    <a:pt x="325" y="18"/>
                  </a:lnTo>
                  <a:close/>
                  <a:moveTo>
                    <a:pt x="75" y="317"/>
                  </a:moveTo>
                  <a:lnTo>
                    <a:pt x="75" y="317"/>
                  </a:lnTo>
                  <a:cubicBezTo>
                    <a:pt x="64" y="328"/>
                    <a:pt x="53" y="338"/>
                    <a:pt x="41" y="347"/>
                  </a:cubicBezTo>
                  <a:lnTo>
                    <a:pt x="41" y="348"/>
                  </a:lnTo>
                  <a:cubicBezTo>
                    <a:pt x="43" y="351"/>
                    <a:pt x="45" y="353"/>
                    <a:pt x="47" y="355"/>
                  </a:cubicBezTo>
                  <a:cubicBezTo>
                    <a:pt x="103" y="320"/>
                    <a:pt x="145" y="259"/>
                    <a:pt x="186" y="194"/>
                  </a:cubicBezTo>
                  <a:cubicBezTo>
                    <a:pt x="221" y="138"/>
                    <a:pt x="259" y="75"/>
                    <a:pt x="307" y="27"/>
                  </a:cubicBezTo>
                  <a:cubicBezTo>
                    <a:pt x="307" y="27"/>
                    <a:pt x="308" y="27"/>
                    <a:pt x="308" y="26"/>
                  </a:cubicBezTo>
                  <a:cubicBezTo>
                    <a:pt x="313" y="22"/>
                    <a:pt x="318" y="17"/>
                    <a:pt x="323" y="13"/>
                  </a:cubicBezTo>
                  <a:lnTo>
                    <a:pt x="319" y="0"/>
                  </a:lnTo>
                  <a:cubicBezTo>
                    <a:pt x="300" y="15"/>
                    <a:pt x="283" y="33"/>
                    <a:pt x="267" y="52"/>
                  </a:cubicBezTo>
                  <a:cubicBezTo>
                    <a:pt x="267" y="52"/>
                    <a:pt x="267" y="53"/>
                    <a:pt x="267" y="53"/>
                  </a:cubicBezTo>
                  <a:cubicBezTo>
                    <a:pt x="236" y="90"/>
                    <a:pt x="210" y="132"/>
                    <a:pt x="185" y="171"/>
                  </a:cubicBezTo>
                  <a:cubicBezTo>
                    <a:pt x="172" y="191"/>
                    <a:pt x="159" y="212"/>
                    <a:pt x="145" y="232"/>
                  </a:cubicBezTo>
                  <a:cubicBezTo>
                    <a:pt x="145" y="232"/>
                    <a:pt x="145" y="232"/>
                    <a:pt x="145" y="232"/>
                  </a:cubicBezTo>
                  <a:cubicBezTo>
                    <a:pt x="139" y="241"/>
                    <a:pt x="133" y="249"/>
                    <a:pt x="127" y="256"/>
                  </a:cubicBezTo>
                  <a:cubicBezTo>
                    <a:pt x="127" y="257"/>
                    <a:pt x="127" y="257"/>
                    <a:pt x="127" y="257"/>
                  </a:cubicBezTo>
                  <a:cubicBezTo>
                    <a:pt x="122" y="263"/>
                    <a:pt x="118" y="269"/>
                    <a:pt x="114" y="274"/>
                  </a:cubicBezTo>
                  <a:cubicBezTo>
                    <a:pt x="113" y="274"/>
                    <a:pt x="113" y="275"/>
                    <a:pt x="113" y="275"/>
                  </a:cubicBezTo>
                  <a:cubicBezTo>
                    <a:pt x="107" y="283"/>
                    <a:pt x="100" y="291"/>
                    <a:pt x="93" y="298"/>
                  </a:cubicBezTo>
                  <a:cubicBezTo>
                    <a:pt x="93" y="299"/>
                    <a:pt x="93" y="299"/>
                    <a:pt x="92" y="299"/>
                  </a:cubicBezTo>
                  <a:cubicBezTo>
                    <a:pt x="87" y="305"/>
                    <a:pt x="81" y="311"/>
                    <a:pt x="75" y="317"/>
                  </a:cubicBezTo>
                  <a:lnTo>
                    <a:pt x="75" y="317"/>
                  </a:lnTo>
                  <a:lnTo>
                    <a:pt x="75" y="317"/>
                  </a:lnTo>
                  <a:close/>
                  <a:moveTo>
                    <a:pt x="73" y="312"/>
                  </a:moveTo>
                  <a:lnTo>
                    <a:pt x="73" y="312"/>
                  </a:lnTo>
                  <a:cubicBezTo>
                    <a:pt x="77" y="307"/>
                    <a:pt x="81" y="303"/>
                    <a:pt x="85" y="299"/>
                  </a:cubicBezTo>
                  <a:cubicBezTo>
                    <a:pt x="59" y="295"/>
                    <a:pt x="44" y="282"/>
                    <a:pt x="39" y="267"/>
                  </a:cubicBezTo>
                  <a:cubicBezTo>
                    <a:pt x="35" y="270"/>
                    <a:pt x="32" y="273"/>
                    <a:pt x="29" y="274"/>
                  </a:cubicBezTo>
                  <a:cubicBezTo>
                    <a:pt x="30" y="276"/>
                    <a:pt x="31" y="277"/>
                    <a:pt x="31" y="279"/>
                  </a:cubicBezTo>
                  <a:cubicBezTo>
                    <a:pt x="32" y="279"/>
                    <a:pt x="32" y="279"/>
                    <a:pt x="32" y="280"/>
                  </a:cubicBezTo>
                  <a:cubicBezTo>
                    <a:pt x="43" y="297"/>
                    <a:pt x="55" y="302"/>
                    <a:pt x="73" y="312"/>
                  </a:cubicBezTo>
                  <a:lnTo>
                    <a:pt x="73" y="312"/>
                  </a:lnTo>
                  <a:close/>
                  <a:moveTo>
                    <a:pt x="90" y="294"/>
                  </a:moveTo>
                  <a:lnTo>
                    <a:pt x="90" y="294"/>
                  </a:lnTo>
                  <a:cubicBezTo>
                    <a:pt x="94" y="289"/>
                    <a:pt x="98" y="284"/>
                    <a:pt x="102" y="279"/>
                  </a:cubicBezTo>
                  <a:cubicBezTo>
                    <a:pt x="54" y="293"/>
                    <a:pt x="24" y="217"/>
                    <a:pt x="106" y="186"/>
                  </a:cubicBezTo>
                  <a:cubicBezTo>
                    <a:pt x="100" y="184"/>
                    <a:pt x="94" y="182"/>
                    <a:pt x="88" y="179"/>
                  </a:cubicBezTo>
                  <a:cubicBezTo>
                    <a:pt x="35" y="203"/>
                    <a:pt x="17" y="284"/>
                    <a:pt x="90" y="294"/>
                  </a:cubicBezTo>
                  <a:lnTo>
                    <a:pt x="90" y="294"/>
                  </a:lnTo>
                  <a:close/>
                  <a:moveTo>
                    <a:pt x="110" y="270"/>
                  </a:moveTo>
                  <a:lnTo>
                    <a:pt x="110" y="270"/>
                  </a:lnTo>
                  <a:cubicBezTo>
                    <a:pt x="114" y="265"/>
                    <a:pt x="118" y="260"/>
                    <a:pt x="122" y="254"/>
                  </a:cubicBezTo>
                  <a:cubicBezTo>
                    <a:pt x="124" y="240"/>
                    <a:pt x="120" y="224"/>
                    <a:pt x="103" y="216"/>
                  </a:cubicBezTo>
                  <a:cubicBezTo>
                    <a:pt x="98" y="219"/>
                    <a:pt x="93" y="222"/>
                    <a:pt x="89" y="226"/>
                  </a:cubicBezTo>
                  <a:cubicBezTo>
                    <a:pt x="115" y="230"/>
                    <a:pt x="115" y="263"/>
                    <a:pt x="91" y="263"/>
                  </a:cubicBezTo>
                  <a:cubicBezTo>
                    <a:pt x="72" y="263"/>
                    <a:pt x="73" y="239"/>
                    <a:pt x="81" y="227"/>
                  </a:cubicBezTo>
                  <a:cubicBezTo>
                    <a:pt x="81" y="227"/>
                    <a:pt x="82" y="226"/>
                    <a:pt x="82" y="226"/>
                  </a:cubicBezTo>
                  <a:lnTo>
                    <a:pt x="82" y="226"/>
                  </a:lnTo>
                  <a:cubicBezTo>
                    <a:pt x="86" y="221"/>
                    <a:pt x="92" y="216"/>
                    <a:pt x="101" y="211"/>
                  </a:cubicBezTo>
                  <a:cubicBezTo>
                    <a:pt x="101" y="211"/>
                    <a:pt x="101" y="211"/>
                    <a:pt x="102" y="211"/>
                  </a:cubicBezTo>
                  <a:cubicBezTo>
                    <a:pt x="108" y="208"/>
                    <a:pt x="116" y="205"/>
                    <a:pt x="125" y="203"/>
                  </a:cubicBezTo>
                  <a:cubicBezTo>
                    <a:pt x="125" y="202"/>
                    <a:pt x="126" y="202"/>
                    <a:pt x="126" y="202"/>
                  </a:cubicBezTo>
                  <a:cubicBezTo>
                    <a:pt x="131" y="201"/>
                    <a:pt x="137" y="200"/>
                    <a:pt x="144" y="199"/>
                  </a:cubicBezTo>
                  <a:cubicBezTo>
                    <a:pt x="139" y="197"/>
                    <a:pt x="133" y="195"/>
                    <a:pt x="127" y="193"/>
                  </a:cubicBezTo>
                  <a:cubicBezTo>
                    <a:pt x="123" y="192"/>
                    <a:pt x="119" y="190"/>
                    <a:pt x="115" y="189"/>
                  </a:cubicBezTo>
                  <a:cubicBezTo>
                    <a:pt x="26" y="218"/>
                    <a:pt x="62" y="296"/>
                    <a:pt x="110" y="270"/>
                  </a:cubicBezTo>
                  <a:lnTo>
                    <a:pt x="110" y="270"/>
                  </a:lnTo>
                  <a:close/>
                  <a:moveTo>
                    <a:pt x="128" y="246"/>
                  </a:moveTo>
                  <a:lnTo>
                    <a:pt x="128" y="246"/>
                  </a:lnTo>
                  <a:cubicBezTo>
                    <a:pt x="132" y="241"/>
                    <a:pt x="136" y="235"/>
                    <a:pt x="140" y="230"/>
                  </a:cubicBezTo>
                  <a:cubicBezTo>
                    <a:pt x="139" y="225"/>
                    <a:pt x="133" y="215"/>
                    <a:pt x="125" y="208"/>
                  </a:cubicBezTo>
                  <a:cubicBezTo>
                    <a:pt x="120" y="210"/>
                    <a:pt x="114" y="211"/>
                    <a:pt x="109" y="214"/>
                  </a:cubicBezTo>
                  <a:cubicBezTo>
                    <a:pt x="123" y="221"/>
                    <a:pt x="128" y="234"/>
                    <a:pt x="128" y="246"/>
                  </a:cubicBezTo>
                  <a:lnTo>
                    <a:pt x="128" y="246"/>
                  </a:lnTo>
                  <a:close/>
                  <a:moveTo>
                    <a:pt x="144" y="224"/>
                  </a:moveTo>
                  <a:lnTo>
                    <a:pt x="144" y="224"/>
                  </a:lnTo>
                  <a:cubicBezTo>
                    <a:pt x="148" y="218"/>
                    <a:pt x="152" y="212"/>
                    <a:pt x="156" y="206"/>
                  </a:cubicBezTo>
                  <a:cubicBezTo>
                    <a:pt x="155" y="205"/>
                    <a:pt x="154" y="205"/>
                    <a:pt x="153" y="204"/>
                  </a:cubicBezTo>
                  <a:cubicBezTo>
                    <a:pt x="147" y="205"/>
                    <a:pt x="140" y="205"/>
                    <a:pt x="132" y="207"/>
                  </a:cubicBezTo>
                  <a:cubicBezTo>
                    <a:pt x="137" y="212"/>
                    <a:pt x="141" y="219"/>
                    <a:pt x="144" y="224"/>
                  </a:cubicBezTo>
                  <a:lnTo>
                    <a:pt x="144" y="224"/>
                  </a:lnTo>
                  <a:close/>
                  <a:moveTo>
                    <a:pt x="159" y="202"/>
                  </a:moveTo>
                  <a:lnTo>
                    <a:pt x="159" y="202"/>
                  </a:lnTo>
                  <a:cubicBezTo>
                    <a:pt x="163" y="195"/>
                    <a:pt x="167" y="189"/>
                    <a:pt x="171" y="183"/>
                  </a:cubicBezTo>
                  <a:cubicBezTo>
                    <a:pt x="156" y="179"/>
                    <a:pt x="127" y="181"/>
                    <a:pt x="110" y="181"/>
                  </a:cubicBezTo>
                  <a:cubicBezTo>
                    <a:pt x="116" y="184"/>
                    <a:pt x="122" y="186"/>
                    <a:pt x="129" y="188"/>
                  </a:cubicBezTo>
                  <a:cubicBezTo>
                    <a:pt x="138" y="191"/>
                    <a:pt x="147" y="194"/>
                    <a:pt x="154" y="199"/>
                  </a:cubicBezTo>
                  <a:cubicBezTo>
                    <a:pt x="155" y="199"/>
                    <a:pt x="155" y="199"/>
                    <a:pt x="155" y="199"/>
                  </a:cubicBezTo>
                  <a:cubicBezTo>
                    <a:pt x="156" y="200"/>
                    <a:pt x="158" y="201"/>
                    <a:pt x="159" y="202"/>
                  </a:cubicBezTo>
                  <a:lnTo>
                    <a:pt x="159" y="202"/>
                  </a:lnTo>
                  <a:close/>
                  <a:moveTo>
                    <a:pt x="174" y="178"/>
                  </a:moveTo>
                  <a:lnTo>
                    <a:pt x="174" y="178"/>
                  </a:lnTo>
                  <a:cubicBezTo>
                    <a:pt x="177" y="173"/>
                    <a:pt x="180" y="169"/>
                    <a:pt x="183" y="164"/>
                  </a:cubicBezTo>
                  <a:cubicBezTo>
                    <a:pt x="166" y="159"/>
                    <a:pt x="138" y="160"/>
                    <a:pt x="121" y="160"/>
                  </a:cubicBezTo>
                  <a:cubicBezTo>
                    <a:pt x="100" y="161"/>
                    <a:pt x="79" y="161"/>
                    <a:pt x="62" y="157"/>
                  </a:cubicBezTo>
                  <a:cubicBezTo>
                    <a:pt x="71" y="165"/>
                    <a:pt x="82" y="170"/>
                    <a:pt x="94" y="175"/>
                  </a:cubicBezTo>
                  <a:cubicBezTo>
                    <a:pt x="102" y="177"/>
                    <a:pt x="123" y="175"/>
                    <a:pt x="130" y="175"/>
                  </a:cubicBezTo>
                  <a:cubicBezTo>
                    <a:pt x="146" y="175"/>
                    <a:pt x="163" y="175"/>
                    <a:pt x="174" y="178"/>
                  </a:cubicBezTo>
                  <a:lnTo>
                    <a:pt x="174" y="178"/>
                  </a:lnTo>
                  <a:close/>
                  <a:moveTo>
                    <a:pt x="186" y="159"/>
                  </a:moveTo>
                  <a:lnTo>
                    <a:pt x="186" y="159"/>
                  </a:lnTo>
                  <a:cubicBezTo>
                    <a:pt x="188" y="155"/>
                    <a:pt x="191" y="152"/>
                    <a:pt x="193" y="148"/>
                  </a:cubicBezTo>
                  <a:cubicBezTo>
                    <a:pt x="171" y="139"/>
                    <a:pt x="136" y="142"/>
                    <a:pt x="113" y="142"/>
                  </a:cubicBezTo>
                  <a:cubicBezTo>
                    <a:pt x="87" y="142"/>
                    <a:pt x="60" y="141"/>
                    <a:pt x="43" y="126"/>
                  </a:cubicBezTo>
                  <a:cubicBezTo>
                    <a:pt x="46" y="135"/>
                    <a:pt x="50" y="142"/>
                    <a:pt x="54" y="148"/>
                  </a:cubicBezTo>
                  <a:cubicBezTo>
                    <a:pt x="80" y="159"/>
                    <a:pt x="128" y="153"/>
                    <a:pt x="158" y="155"/>
                  </a:cubicBezTo>
                  <a:cubicBezTo>
                    <a:pt x="168" y="155"/>
                    <a:pt x="178" y="156"/>
                    <a:pt x="186" y="159"/>
                  </a:cubicBezTo>
                  <a:lnTo>
                    <a:pt x="186" y="159"/>
                  </a:lnTo>
                  <a:close/>
                  <a:moveTo>
                    <a:pt x="196" y="143"/>
                  </a:moveTo>
                  <a:lnTo>
                    <a:pt x="196" y="143"/>
                  </a:lnTo>
                  <a:cubicBezTo>
                    <a:pt x="199" y="139"/>
                    <a:pt x="201" y="135"/>
                    <a:pt x="204" y="131"/>
                  </a:cubicBezTo>
                  <a:cubicBezTo>
                    <a:pt x="195" y="128"/>
                    <a:pt x="187" y="126"/>
                    <a:pt x="178" y="125"/>
                  </a:cubicBezTo>
                  <a:cubicBezTo>
                    <a:pt x="178" y="125"/>
                    <a:pt x="178" y="125"/>
                    <a:pt x="177" y="125"/>
                  </a:cubicBezTo>
                  <a:cubicBezTo>
                    <a:pt x="155" y="121"/>
                    <a:pt x="133" y="122"/>
                    <a:pt x="110" y="123"/>
                  </a:cubicBezTo>
                  <a:cubicBezTo>
                    <a:pt x="95" y="123"/>
                    <a:pt x="81" y="122"/>
                    <a:pt x="69" y="118"/>
                  </a:cubicBezTo>
                  <a:cubicBezTo>
                    <a:pt x="68" y="118"/>
                    <a:pt x="68" y="118"/>
                    <a:pt x="68" y="118"/>
                  </a:cubicBezTo>
                  <a:cubicBezTo>
                    <a:pt x="58" y="115"/>
                    <a:pt x="49" y="109"/>
                    <a:pt x="42" y="99"/>
                  </a:cubicBezTo>
                  <a:cubicBezTo>
                    <a:pt x="41" y="100"/>
                    <a:pt x="40" y="101"/>
                    <a:pt x="39" y="102"/>
                  </a:cubicBezTo>
                  <a:cubicBezTo>
                    <a:pt x="40" y="107"/>
                    <a:pt x="40" y="111"/>
                    <a:pt x="41" y="115"/>
                  </a:cubicBezTo>
                  <a:cubicBezTo>
                    <a:pt x="55" y="134"/>
                    <a:pt x="83" y="137"/>
                    <a:pt x="113" y="137"/>
                  </a:cubicBezTo>
                  <a:cubicBezTo>
                    <a:pt x="138" y="137"/>
                    <a:pt x="173" y="133"/>
                    <a:pt x="196" y="143"/>
                  </a:cubicBezTo>
                  <a:lnTo>
                    <a:pt x="196" y="143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88ED9D6D-B335-8396-2289-7DD61F9A061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13650" y="406400"/>
              <a:ext cx="296863" cy="406400"/>
            </a:xfrm>
            <a:custGeom>
              <a:avLst/>
              <a:gdLst>
                <a:gd name="T0" fmla="*/ 366 w 366"/>
                <a:gd name="T1" fmla="*/ 110 h 496"/>
                <a:gd name="T2" fmla="*/ 303 w 366"/>
                <a:gd name="T3" fmla="*/ 97 h 496"/>
                <a:gd name="T4" fmla="*/ 328 w 366"/>
                <a:gd name="T5" fmla="*/ 122 h 496"/>
                <a:gd name="T6" fmla="*/ 47 w 366"/>
                <a:gd name="T7" fmla="*/ 454 h 496"/>
                <a:gd name="T8" fmla="*/ 91 w 366"/>
                <a:gd name="T9" fmla="*/ 402 h 496"/>
                <a:gd name="T10" fmla="*/ 89 w 366"/>
                <a:gd name="T11" fmla="*/ 397 h 496"/>
                <a:gd name="T12" fmla="*/ 47 w 366"/>
                <a:gd name="T13" fmla="*/ 454 h 496"/>
                <a:gd name="T14" fmla="*/ 101 w 366"/>
                <a:gd name="T15" fmla="*/ 421 h 496"/>
                <a:gd name="T16" fmla="*/ 119 w 366"/>
                <a:gd name="T17" fmla="*/ 448 h 496"/>
                <a:gd name="T18" fmla="*/ 69 w 366"/>
                <a:gd name="T19" fmla="*/ 471 h 496"/>
                <a:gd name="T20" fmla="*/ 101 w 366"/>
                <a:gd name="T21" fmla="*/ 421 h 496"/>
                <a:gd name="T22" fmla="*/ 82 w 366"/>
                <a:gd name="T23" fmla="*/ 381 h 496"/>
                <a:gd name="T24" fmla="*/ 28 w 366"/>
                <a:gd name="T25" fmla="*/ 378 h 496"/>
                <a:gd name="T26" fmla="*/ 7 w 366"/>
                <a:gd name="T27" fmla="*/ 362 h 496"/>
                <a:gd name="T28" fmla="*/ 6 w 366"/>
                <a:gd name="T29" fmla="*/ 357 h 496"/>
                <a:gd name="T30" fmla="*/ 68 w 366"/>
                <a:gd name="T31" fmla="*/ 329 h 496"/>
                <a:gd name="T32" fmla="*/ 67 w 366"/>
                <a:gd name="T33" fmla="*/ 324 h 496"/>
                <a:gd name="T34" fmla="*/ 6 w 366"/>
                <a:gd name="T35" fmla="*/ 357 h 496"/>
                <a:gd name="T36" fmla="*/ 0 w 366"/>
                <a:gd name="T37" fmla="*/ 302 h 496"/>
                <a:gd name="T38" fmla="*/ 15 w 366"/>
                <a:gd name="T39" fmla="*/ 284 h 496"/>
                <a:gd name="T40" fmla="*/ 67 w 366"/>
                <a:gd name="T41" fmla="*/ 267 h 496"/>
                <a:gd name="T42" fmla="*/ 0 w 366"/>
                <a:gd name="T43" fmla="*/ 302 h 496"/>
                <a:gd name="T44" fmla="*/ 68 w 366"/>
                <a:gd name="T45" fmla="*/ 262 h 496"/>
                <a:gd name="T46" fmla="*/ 23 w 366"/>
                <a:gd name="T47" fmla="*/ 228 h 496"/>
                <a:gd name="T48" fmla="*/ 17 w 366"/>
                <a:gd name="T49" fmla="*/ 202 h 496"/>
                <a:gd name="T50" fmla="*/ 19 w 366"/>
                <a:gd name="T51" fmla="*/ 196 h 496"/>
                <a:gd name="T52" fmla="*/ 82 w 366"/>
                <a:gd name="T53" fmla="*/ 213 h 496"/>
                <a:gd name="T54" fmla="*/ 84 w 366"/>
                <a:gd name="T55" fmla="*/ 208 h 496"/>
                <a:gd name="T56" fmla="*/ 19 w 366"/>
                <a:gd name="T57" fmla="*/ 196 h 496"/>
                <a:gd name="T58" fmla="*/ 40 w 366"/>
                <a:gd name="T59" fmla="*/ 149 h 496"/>
                <a:gd name="T60" fmla="*/ 60 w 366"/>
                <a:gd name="T61" fmla="*/ 142 h 496"/>
                <a:gd name="T62" fmla="*/ 111 w 366"/>
                <a:gd name="T63" fmla="*/ 162 h 496"/>
                <a:gd name="T64" fmla="*/ 40 w 366"/>
                <a:gd name="T65" fmla="*/ 149 h 496"/>
                <a:gd name="T66" fmla="*/ 114 w 366"/>
                <a:gd name="T67" fmla="*/ 157 h 496"/>
                <a:gd name="T68" fmla="*/ 95 w 366"/>
                <a:gd name="T69" fmla="*/ 99 h 496"/>
                <a:gd name="T70" fmla="*/ 102 w 366"/>
                <a:gd name="T71" fmla="*/ 72 h 496"/>
                <a:gd name="T72" fmla="*/ 106 w 366"/>
                <a:gd name="T73" fmla="*/ 69 h 496"/>
                <a:gd name="T74" fmla="*/ 150 w 366"/>
                <a:gd name="T75" fmla="*/ 121 h 496"/>
                <a:gd name="T76" fmla="*/ 155 w 366"/>
                <a:gd name="T77" fmla="*/ 117 h 496"/>
                <a:gd name="T78" fmla="*/ 106 w 366"/>
                <a:gd name="T79" fmla="*/ 69 h 496"/>
                <a:gd name="T80" fmla="*/ 149 w 366"/>
                <a:gd name="T81" fmla="*/ 37 h 496"/>
                <a:gd name="T82" fmla="*/ 170 w 366"/>
                <a:gd name="T83" fmla="*/ 42 h 496"/>
                <a:gd name="T84" fmla="*/ 200 w 366"/>
                <a:gd name="T85" fmla="*/ 90 h 496"/>
                <a:gd name="T86" fmla="*/ 149 w 366"/>
                <a:gd name="T87" fmla="*/ 37 h 496"/>
                <a:gd name="T88" fmla="*/ 206 w 366"/>
                <a:gd name="T89" fmla="*/ 88 h 496"/>
                <a:gd name="T90" fmla="*/ 222 w 366"/>
                <a:gd name="T91" fmla="*/ 21 h 496"/>
                <a:gd name="T92" fmla="*/ 243 w 366"/>
                <a:gd name="T93" fmla="*/ 0 h 4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366" h="496">
                  <a:moveTo>
                    <a:pt x="358" y="119"/>
                  </a:moveTo>
                  <a:lnTo>
                    <a:pt x="358" y="119"/>
                  </a:lnTo>
                  <a:cubicBezTo>
                    <a:pt x="360" y="116"/>
                    <a:pt x="363" y="113"/>
                    <a:pt x="366" y="110"/>
                  </a:cubicBezTo>
                  <a:cubicBezTo>
                    <a:pt x="351" y="105"/>
                    <a:pt x="337" y="102"/>
                    <a:pt x="323" y="99"/>
                  </a:cubicBezTo>
                  <a:cubicBezTo>
                    <a:pt x="323" y="99"/>
                    <a:pt x="322" y="99"/>
                    <a:pt x="322" y="99"/>
                  </a:cubicBezTo>
                  <a:cubicBezTo>
                    <a:pt x="316" y="98"/>
                    <a:pt x="309" y="98"/>
                    <a:pt x="303" y="97"/>
                  </a:cubicBezTo>
                  <a:cubicBezTo>
                    <a:pt x="305" y="101"/>
                    <a:pt x="307" y="106"/>
                    <a:pt x="307" y="112"/>
                  </a:cubicBezTo>
                  <a:cubicBezTo>
                    <a:pt x="310" y="115"/>
                    <a:pt x="312" y="119"/>
                    <a:pt x="312" y="123"/>
                  </a:cubicBezTo>
                  <a:cubicBezTo>
                    <a:pt x="316" y="121"/>
                    <a:pt x="322" y="120"/>
                    <a:pt x="328" y="122"/>
                  </a:cubicBezTo>
                  <a:cubicBezTo>
                    <a:pt x="333" y="111"/>
                    <a:pt x="348" y="109"/>
                    <a:pt x="358" y="119"/>
                  </a:cubicBezTo>
                  <a:lnTo>
                    <a:pt x="358" y="119"/>
                  </a:lnTo>
                  <a:close/>
                  <a:moveTo>
                    <a:pt x="47" y="454"/>
                  </a:moveTo>
                  <a:lnTo>
                    <a:pt x="47" y="454"/>
                  </a:lnTo>
                  <a:lnTo>
                    <a:pt x="98" y="416"/>
                  </a:lnTo>
                  <a:cubicBezTo>
                    <a:pt x="96" y="411"/>
                    <a:pt x="93" y="407"/>
                    <a:pt x="91" y="402"/>
                  </a:cubicBezTo>
                  <a:lnTo>
                    <a:pt x="48" y="429"/>
                  </a:lnTo>
                  <a:cubicBezTo>
                    <a:pt x="45" y="431"/>
                    <a:pt x="42" y="426"/>
                    <a:pt x="45" y="424"/>
                  </a:cubicBezTo>
                  <a:lnTo>
                    <a:pt x="89" y="397"/>
                  </a:lnTo>
                  <a:cubicBezTo>
                    <a:pt x="87" y="394"/>
                    <a:pt x="85" y="390"/>
                    <a:pt x="84" y="386"/>
                  </a:cubicBezTo>
                  <a:lnTo>
                    <a:pt x="25" y="414"/>
                  </a:lnTo>
                  <a:cubicBezTo>
                    <a:pt x="31" y="427"/>
                    <a:pt x="38" y="441"/>
                    <a:pt x="47" y="454"/>
                  </a:cubicBezTo>
                  <a:lnTo>
                    <a:pt x="47" y="454"/>
                  </a:lnTo>
                  <a:close/>
                  <a:moveTo>
                    <a:pt x="101" y="421"/>
                  </a:moveTo>
                  <a:lnTo>
                    <a:pt x="101" y="421"/>
                  </a:lnTo>
                  <a:lnTo>
                    <a:pt x="50" y="459"/>
                  </a:lnTo>
                  <a:cubicBezTo>
                    <a:pt x="58" y="472"/>
                    <a:pt x="68" y="484"/>
                    <a:pt x="79" y="496"/>
                  </a:cubicBezTo>
                  <a:lnTo>
                    <a:pt x="119" y="448"/>
                  </a:lnTo>
                  <a:cubicBezTo>
                    <a:pt x="116" y="445"/>
                    <a:pt x="114" y="441"/>
                    <a:pt x="111" y="437"/>
                  </a:cubicBezTo>
                  <a:lnTo>
                    <a:pt x="73" y="475"/>
                  </a:lnTo>
                  <a:cubicBezTo>
                    <a:pt x="70" y="478"/>
                    <a:pt x="67" y="474"/>
                    <a:pt x="69" y="471"/>
                  </a:cubicBezTo>
                  <a:lnTo>
                    <a:pt x="108" y="433"/>
                  </a:lnTo>
                  <a:cubicBezTo>
                    <a:pt x="106" y="429"/>
                    <a:pt x="103" y="425"/>
                    <a:pt x="101" y="421"/>
                  </a:cubicBezTo>
                  <a:lnTo>
                    <a:pt x="101" y="421"/>
                  </a:lnTo>
                  <a:close/>
                  <a:moveTo>
                    <a:pt x="23" y="408"/>
                  </a:moveTo>
                  <a:lnTo>
                    <a:pt x="23" y="408"/>
                  </a:lnTo>
                  <a:lnTo>
                    <a:pt x="82" y="381"/>
                  </a:lnTo>
                  <a:cubicBezTo>
                    <a:pt x="80" y="377"/>
                    <a:pt x="79" y="373"/>
                    <a:pt x="78" y="369"/>
                  </a:cubicBezTo>
                  <a:lnTo>
                    <a:pt x="29" y="384"/>
                  </a:lnTo>
                  <a:cubicBezTo>
                    <a:pt x="26" y="385"/>
                    <a:pt x="24" y="379"/>
                    <a:pt x="28" y="378"/>
                  </a:cubicBezTo>
                  <a:lnTo>
                    <a:pt x="76" y="364"/>
                  </a:lnTo>
                  <a:cubicBezTo>
                    <a:pt x="74" y="359"/>
                    <a:pt x="73" y="354"/>
                    <a:pt x="72" y="348"/>
                  </a:cubicBezTo>
                  <a:lnTo>
                    <a:pt x="7" y="362"/>
                  </a:lnTo>
                  <a:cubicBezTo>
                    <a:pt x="11" y="378"/>
                    <a:pt x="16" y="393"/>
                    <a:pt x="23" y="408"/>
                  </a:cubicBezTo>
                  <a:lnTo>
                    <a:pt x="23" y="408"/>
                  </a:lnTo>
                  <a:close/>
                  <a:moveTo>
                    <a:pt x="6" y="357"/>
                  </a:moveTo>
                  <a:lnTo>
                    <a:pt x="6" y="357"/>
                  </a:lnTo>
                  <a:lnTo>
                    <a:pt x="70" y="343"/>
                  </a:lnTo>
                  <a:cubicBezTo>
                    <a:pt x="69" y="338"/>
                    <a:pt x="69" y="334"/>
                    <a:pt x="68" y="329"/>
                  </a:cubicBezTo>
                  <a:lnTo>
                    <a:pt x="17" y="334"/>
                  </a:lnTo>
                  <a:cubicBezTo>
                    <a:pt x="13" y="334"/>
                    <a:pt x="13" y="329"/>
                    <a:pt x="16" y="328"/>
                  </a:cubicBezTo>
                  <a:lnTo>
                    <a:pt x="67" y="324"/>
                  </a:lnTo>
                  <a:cubicBezTo>
                    <a:pt x="66" y="319"/>
                    <a:pt x="66" y="314"/>
                    <a:pt x="66" y="308"/>
                  </a:cubicBezTo>
                  <a:lnTo>
                    <a:pt x="0" y="307"/>
                  </a:lnTo>
                  <a:cubicBezTo>
                    <a:pt x="1" y="324"/>
                    <a:pt x="3" y="340"/>
                    <a:pt x="6" y="357"/>
                  </a:cubicBezTo>
                  <a:lnTo>
                    <a:pt x="6" y="357"/>
                  </a:lnTo>
                  <a:close/>
                  <a:moveTo>
                    <a:pt x="0" y="302"/>
                  </a:moveTo>
                  <a:lnTo>
                    <a:pt x="0" y="302"/>
                  </a:lnTo>
                  <a:lnTo>
                    <a:pt x="66" y="303"/>
                  </a:lnTo>
                  <a:cubicBezTo>
                    <a:pt x="65" y="298"/>
                    <a:pt x="65" y="294"/>
                    <a:pt x="66" y="290"/>
                  </a:cubicBezTo>
                  <a:lnTo>
                    <a:pt x="15" y="284"/>
                  </a:lnTo>
                  <a:cubicBezTo>
                    <a:pt x="11" y="284"/>
                    <a:pt x="12" y="278"/>
                    <a:pt x="16" y="278"/>
                  </a:cubicBezTo>
                  <a:lnTo>
                    <a:pt x="66" y="284"/>
                  </a:lnTo>
                  <a:cubicBezTo>
                    <a:pt x="66" y="278"/>
                    <a:pt x="67" y="273"/>
                    <a:pt x="67" y="267"/>
                  </a:cubicBezTo>
                  <a:lnTo>
                    <a:pt x="4" y="254"/>
                  </a:lnTo>
                  <a:cubicBezTo>
                    <a:pt x="1" y="270"/>
                    <a:pt x="0" y="286"/>
                    <a:pt x="0" y="302"/>
                  </a:cubicBezTo>
                  <a:lnTo>
                    <a:pt x="0" y="302"/>
                  </a:lnTo>
                  <a:close/>
                  <a:moveTo>
                    <a:pt x="4" y="249"/>
                  </a:moveTo>
                  <a:lnTo>
                    <a:pt x="4" y="249"/>
                  </a:lnTo>
                  <a:lnTo>
                    <a:pt x="68" y="262"/>
                  </a:lnTo>
                  <a:cubicBezTo>
                    <a:pt x="69" y="257"/>
                    <a:pt x="70" y="253"/>
                    <a:pt x="71" y="249"/>
                  </a:cubicBezTo>
                  <a:lnTo>
                    <a:pt x="22" y="233"/>
                  </a:lnTo>
                  <a:cubicBezTo>
                    <a:pt x="18" y="232"/>
                    <a:pt x="20" y="227"/>
                    <a:pt x="23" y="228"/>
                  </a:cubicBezTo>
                  <a:lnTo>
                    <a:pt x="72" y="243"/>
                  </a:lnTo>
                  <a:cubicBezTo>
                    <a:pt x="73" y="239"/>
                    <a:pt x="74" y="235"/>
                    <a:pt x="75" y="231"/>
                  </a:cubicBezTo>
                  <a:lnTo>
                    <a:pt x="17" y="202"/>
                  </a:lnTo>
                  <a:cubicBezTo>
                    <a:pt x="11" y="217"/>
                    <a:pt x="7" y="233"/>
                    <a:pt x="4" y="249"/>
                  </a:cubicBezTo>
                  <a:lnTo>
                    <a:pt x="4" y="249"/>
                  </a:lnTo>
                  <a:close/>
                  <a:moveTo>
                    <a:pt x="19" y="196"/>
                  </a:moveTo>
                  <a:lnTo>
                    <a:pt x="19" y="196"/>
                  </a:lnTo>
                  <a:lnTo>
                    <a:pt x="77" y="225"/>
                  </a:lnTo>
                  <a:cubicBezTo>
                    <a:pt x="79" y="221"/>
                    <a:pt x="80" y="217"/>
                    <a:pt x="82" y="213"/>
                  </a:cubicBezTo>
                  <a:lnTo>
                    <a:pt x="37" y="186"/>
                  </a:lnTo>
                  <a:cubicBezTo>
                    <a:pt x="34" y="184"/>
                    <a:pt x="37" y="179"/>
                    <a:pt x="40" y="181"/>
                  </a:cubicBezTo>
                  <a:lnTo>
                    <a:pt x="84" y="208"/>
                  </a:lnTo>
                  <a:cubicBezTo>
                    <a:pt x="86" y="203"/>
                    <a:pt x="88" y="199"/>
                    <a:pt x="90" y="195"/>
                  </a:cubicBezTo>
                  <a:lnTo>
                    <a:pt x="38" y="154"/>
                  </a:lnTo>
                  <a:cubicBezTo>
                    <a:pt x="30" y="168"/>
                    <a:pt x="24" y="182"/>
                    <a:pt x="19" y="196"/>
                  </a:cubicBezTo>
                  <a:lnTo>
                    <a:pt x="19" y="196"/>
                  </a:lnTo>
                  <a:close/>
                  <a:moveTo>
                    <a:pt x="40" y="149"/>
                  </a:moveTo>
                  <a:lnTo>
                    <a:pt x="40" y="149"/>
                  </a:lnTo>
                  <a:lnTo>
                    <a:pt x="93" y="190"/>
                  </a:lnTo>
                  <a:cubicBezTo>
                    <a:pt x="95" y="186"/>
                    <a:pt x="97" y="183"/>
                    <a:pt x="99" y="179"/>
                  </a:cubicBezTo>
                  <a:lnTo>
                    <a:pt x="60" y="142"/>
                  </a:lnTo>
                  <a:cubicBezTo>
                    <a:pt x="58" y="140"/>
                    <a:pt x="62" y="136"/>
                    <a:pt x="64" y="138"/>
                  </a:cubicBezTo>
                  <a:lnTo>
                    <a:pt x="102" y="174"/>
                  </a:lnTo>
                  <a:cubicBezTo>
                    <a:pt x="105" y="170"/>
                    <a:pt x="108" y="166"/>
                    <a:pt x="111" y="162"/>
                  </a:cubicBezTo>
                  <a:lnTo>
                    <a:pt x="67" y="111"/>
                  </a:lnTo>
                  <a:cubicBezTo>
                    <a:pt x="57" y="123"/>
                    <a:pt x="48" y="136"/>
                    <a:pt x="40" y="149"/>
                  </a:cubicBezTo>
                  <a:lnTo>
                    <a:pt x="40" y="149"/>
                  </a:lnTo>
                  <a:close/>
                  <a:moveTo>
                    <a:pt x="70" y="106"/>
                  </a:moveTo>
                  <a:lnTo>
                    <a:pt x="70" y="106"/>
                  </a:lnTo>
                  <a:lnTo>
                    <a:pt x="114" y="157"/>
                  </a:lnTo>
                  <a:cubicBezTo>
                    <a:pt x="117" y="154"/>
                    <a:pt x="120" y="150"/>
                    <a:pt x="123" y="147"/>
                  </a:cubicBezTo>
                  <a:lnTo>
                    <a:pt x="90" y="102"/>
                  </a:lnTo>
                  <a:cubicBezTo>
                    <a:pt x="88" y="99"/>
                    <a:pt x="93" y="96"/>
                    <a:pt x="95" y="99"/>
                  </a:cubicBezTo>
                  <a:lnTo>
                    <a:pt x="127" y="143"/>
                  </a:lnTo>
                  <a:cubicBezTo>
                    <a:pt x="130" y="139"/>
                    <a:pt x="133" y="136"/>
                    <a:pt x="137" y="133"/>
                  </a:cubicBezTo>
                  <a:lnTo>
                    <a:pt x="102" y="72"/>
                  </a:lnTo>
                  <a:cubicBezTo>
                    <a:pt x="91" y="83"/>
                    <a:pt x="80" y="94"/>
                    <a:pt x="70" y="106"/>
                  </a:cubicBezTo>
                  <a:lnTo>
                    <a:pt x="70" y="106"/>
                  </a:lnTo>
                  <a:close/>
                  <a:moveTo>
                    <a:pt x="106" y="69"/>
                  </a:moveTo>
                  <a:lnTo>
                    <a:pt x="106" y="69"/>
                  </a:lnTo>
                  <a:lnTo>
                    <a:pt x="141" y="129"/>
                  </a:lnTo>
                  <a:cubicBezTo>
                    <a:pt x="144" y="126"/>
                    <a:pt x="147" y="123"/>
                    <a:pt x="150" y="121"/>
                  </a:cubicBezTo>
                  <a:lnTo>
                    <a:pt x="127" y="68"/>
                  </a:lnTo>
                  <a:cubicBezTo>
                    <a:pt x="126" y="64"/>
                    <a:pt x="131" y="62"/>
                    <a:pt x="133" y="66"/>
                  </a:cubicBezTo>
                  <a:lnTo>
                    <a:pt x="155" y="117"/>
                  </a:lnTo>
                  <a:cubicBezTo>
                    <a:pt x="159" y="114"/>
                    <a:pt x="163" y="111"/>
                    <a:pt x="167" y="108"/>
                  </a:cubicBezTo>
                  <a:lnTo>
                    <a:pt x="144" y="40"/>
                  </a:lnTo>
                  <a:cubicBezTo>
                    <a:pt x="131" y="49"/>
                    <a:pt x="118" y="58"/>
                    <a:pt x="106" y="69"/>
                  </a:cubicBezTo>
                  <a:lnTo>
                    <a:pt x="106" y="69"/>
                  </a:lnTo>
                  <a:close/>
                  <a:moveTo>
                    <a:pt x="149" y="37"/>
                  </a:moveTo>
                  <a:lnTo>
                    <a:pt x="149" y="37"/>
                  </a:lnTo>
                  <a:lnTo>
                    <a:pt x="172" y="105"/>
                  </a:lnTo>
                  <a:cubicBezTo>
                    <a:pt x="176" y="103"/>
                    <a:pt x="179" y="101"/>
                    <a:pt x="183" y="99"/>
                  </a:cubicBezTo>
                  <a:lnTo>
                    <a:pt x="170" y="42"/>
                  </a:lnTo>
                  <a:cubicBezTo>
                    <a:pt x="169" y="38"/>
                    <a:pt x="174" y="37"/>
                    <a:pt x="175" y="40"/>
                  </a:cubicBezTo>
                  <a:lnTo>
                    <a:pt x="188" y="96"/>
                  </a:lnTo>
                  <a:cubicBezTo>
                    <a:pt x="192" y="94"/>
                    <a:pt x="196" y="92"/>
                    <a:pt x="200" y="90"/>
                  </a:cubicBezTo>
                  <a:lnTo>
                    <a:pt x="191" y="16"/>
                  </a:lnTo>
                  <a:cubicBezTo>
                    <a:pt x="176" y="22"/>
                    <a:pt x="162" y="29"/>
                    <a:pt x="149" y="37"/>
                  </a:cubicBezTo>
                  <a:lnTo>
                    <a:pt x="149" y="37"/>
                  </a:lnTo>
                  <a:close/>
                  <a:moveTo>
                    <a:pt x="196" y="14"/>
                  </a:moveTo>
                  <a:lnTo>
                    <a:pt x="196" y="14"/>
                  </a:lnTo>
                  <a:lnTo>
                    <a:pt x="206" y="88"/>
                  </a:lnTo>
                  <a:cubicBezTo>
                    <a:pt x="210" y="86"/>
                    <a:pt x="214" y="84"/>
                    <a:pt x="219" y="83"/>
                  </a:cubicBezTo>
                  <a:lnTo>
                    <a:pt x="217" y="21"/>
                  </a:lnTo>
                  <a:cubicBezTo>
                    <a:pt x="217" y="17"/>
                    <a:pt x="222" y="17"/>
                    <a:pt x="222" y="21"/>
                  </a:cubicBezTo>
                  <a:lnTo>
                    <a:pt x="224" y="81"/>
                  </a:lnTo>
                  <a:cubicBezTo>
                    <a:pt x="229" y="79"/>
                    <a:pt x="233" y="78"/>
                    <a:pt x="237" y="77"/>
                  </a:cubicBezTo>
                  <a:lnTo>
                    <a:pt x="243" y="0"/>
                  </a:lnTo>
                  <a:cubicBezTo>
                    <a:pt x="227" y="3"/>
                    <a:pt x="211" y="8"/>
                    <a:pt x="196" y="14"/>
                  </a:cubicBezTo>
                  <a:lnTo>
                    <a:pt x="196" y="14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8872A2F5-7430-CC8E-7732-1707D9E6FB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700963" y="400050"/>
              <a:ext cx="238125" cy="323850"/>
            </a:xfrm>
            <a:custGeom>
              <a:avLst/>
              <a:gdLst>
                <a:gd name="T0" fmla="*/ 134 w 292"/>
                <a:gd name="T1" fmla="*/ 82 h 393"/>
                <a:gd name="T2" fmla="*/ 164 w 292"/>
                <a:gd name="T3" fmla="*/ 19 h 393"/>
                <a:gd name="T4" fmla="*/ 187 w 292"/>
                <a:gd name="T5" fmla="*/ 0 h 393"/>
                <a:gd name="T6" fmla="*/ 193 w 292"/>
                <a:gd name="T7" fmla="*/ 0 h 393"/>
                <a:gd name="T8" fmla="*/ 188 w 292"/>
                <a:gd name="T9" fmla="*/ 77 h 393"/>
                <a:gd name="T10" fmla="*/ 194 w 292"/>
                <a:gd name="T11" fmla="*/ 78 h 393"/>
                <a:gd name="T12" fmla="*/ 193 w 292"/>
                <a:gd name="T13" fmla="*/ 0 h 393"/>
                <a:gd name="T14" fmla="*/ 246 w 292"/>
                <a:gd name="T15" fmla="*/ 5 h 393"/>
                <a:gd name="T16" fmla="*/ 258 w 292"/>
                <a:gd name="T17" fmla="*/ 22 h 393"/>
                <a:gd name="T18" fmla="*/ 248 w 292"/>
                <a:gd name="T19" fmla="*/ 90 h 393"/>
                <a:gd name="T20" fmla="*/ 246 w 292"/>
                <a:gd name="T21" fmla="*/ 5 h 393"/>
                <a:gd name="T22" fmla="*/ 144 w 292"/>
                <a:gd name="T23" fmla="*/ 176 h 393"/>
                <a:gd name="T24" fmla="*/ 128 w 292"/>
                <a:gd name="T25" fmla="*/ 177 h 393"/>
                <a:gd name="T26" fmla="*/ 149 w 292"/>
                <a:gd name="T27" fmla="*/ 197 h 393"/>
                <a:gd name="T28" fmla="*/ 167 w 292"/>
                <a:gd name="T29" fmla="*/ 103 h 393"/>
                <a:gd name="T30" fmla="*/ 141 w 292"/>
                <a:gd name="T31" fmla="*/ 137 h 393"/>
                <a:gd name="T32" fmla="*/ 135 w 292"/>
                <a:gd name="T33" fmla="*/ 138 h 393"/>
                <a:gd name="T34" fmla="*/ 133 w 292"/>
                <a:gd name="T35" fmla="*/ 154 h 393"/>
                <a:gd name="T36" fmla="*/ 142 w 292"/>
                <a:gd name="T37" fmla="*/ 152 h 393"/>
                <a:gd name="T38" fmla="*/ 144 w 292"/>
                <a:gd name="T39" fmla="*/ 174 h 393"/>
                <a:gd name="T40" fmla="*/ 123 w 292"/>
                <a:gd name="T41" fmla="*/ 123 h 393"/>
                <a:gd name="T42" fmla="*/ 126 w 292"/>
                <a:gd name="T43" fmla="*/ 124 h 393"/>
                <a:gd name="T44" fmla="*/ 111 w 292"/>
                <a:gd name="T45" fmla="*/ 115 h 393"/>
                <a:gd name="T46" fmla="*/ 138 w 292"/>
                <a:gd name="T47" fmla="*/ 172 h 393"/>
                <a:gd name="T48" fmla="*/ 113 w 292"/>
                <a:gd name="T49" fmla="*/ 140 h 393"/>
                <a:gd name="T50" fmla="*/ 123 w 292"/>
                <a:gd name="T51" fmla="*/ 123 h 393"/>
                <a:gd name="T52" fmla="*/ 105 w 292"/>
                <a:gd name="T53" fmla="*/ 164 h 393"/>
                <a:gd name="T54" fmla="*/ 54 w 292"/>
                <a:gd name="T55" fmla="*/ 162 h 393"/>
                <a:gd name="T56" fmla="*/ 59 w 292"/>
                <a:gd name="T57" fmla="*/ 164 h 393"/>
                <a:gd name="T58" fmla="*/ 121 w 292"/>
                <a:gd name="T59" fmla="*/ 175 h 393"/>
                <a:gd name="T60" fmla="*/ 101 w 292"/>
                <a:gd name="T61" fmla="*/ 119 h 393"/>
                <a:gd name="T62" fmla="*/ 101 w 292"/>
                <a:gd name="T63" fmla="*/ 159 h 393"/>
                <a:gd name="T64" fmla="*/ 56 w 292"/>
                <a:gd name="T65" fmla="*/ 168 h 393"/>
                <a:gd name="T66" fmla="*/ 128 w 292"/>
                <a:gd name="T67" fmla="*/ 196 h 393"/>
                <a:gd name="T68" fmla="*/ 56 w 292"/>
                <a:gd name="T69" fmla="*/ 169 h 393"/>
                <a:gd name="T70" fmla="*/ 55 w 292"/>
                <a:gd name="T71" fmla="*/ 250 h 393"/>
                <a:gd name="T72" fmla="*/ 25 w 292"/>
                <a:gd name="T73" fmla="*/ 276 h 393"/>
                <a:gd name="T74" fmla="*/ 19 w 292"/>
                <a:gd name="T75" fmla="*/ 285 h 393"/>
                <a:gd name="T76" fmla="*/ 21 w 292"/>
                <a:gd name="T77" fmla="*/ 340 h 393"/>
                <a:gd name="T78" fmla="*/ 69 w 292"/>
                <a:gd name="T79" fmla="*/ 310 h 393"/>
                <a:gd name="T80" fmla="*/ 75 w 292"/>
                <a:gd name="T81" fmla="*/ 336 h 393"/>
                <a:gd name="T82" fmla="*/ 37 w 292"/>
                <a:gd name="T83" fmla="*/ 256 h 393"/>
                <a:gd name="T84" fmla="*/ 13 w 292"/>
                <a:gd name="T85" fmla="*/ 247 h 393"/>
                <a:gd name="T86" fmla="*/ 37 w 292"/>
                <a:gd name="T87" fmla="*/ 256 h 393"/>
                <a:gd name="T88" fmla="*/ 17 w 292"/>
                <a:gd name="T89" fmla="*/ 369 h 393"/>
                <a:gd name="T90" fmla="*/ 17 w 292"/>
                <a:gd name="T91" fmla="*/ 369 h 393"/>
                <a:gd name="T92" fmla="*/ 14 w 292"/>
                <a:gd name="T93" fmla="*/ 265 h 393"/>
                <a:gd name="T94" fmla="*/ 15 w 292"/>
                <a:gd name="T95" fmla="*/ 281 h 393"/>
                <a:gd name="T96" fmla="*/ 14 w 292"/>
                <a:gd name="T97" fmla="*/ 265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2" h="393">
                  <a:moveTo>
                    <a:pt x="139" y="5"/>
                  </a:moveTo>
                  <a:lnTo>
                    <a:pt x="139" y="5"/>
                  </a:lnTo>
                  <a:lnTo>
                    <a:pt x="134" y="82"/>
                  </a:lnTo>
                  <a:cubicBezTo>
                    <a:pt x="139" y="81"/>
                    <a:pt x="144" y="80"/>
                    <a:pt x="149" y="79"/>
                  </a:cubicBezTo>
                  <a:lnTo>
                    <a:pt x="159" y="18"/>
                  </a:lnTo>
                  <a:cubicBezTo>
                    <a:pt x="159" y="15"/>
                    <a:pt x="165" y="16"/>
                    <a:pt x="164" y="19"/>
                  </a:cubicBezTo>
                  <a:lnTo>
                    <a:pt x="155" y="78"/>
                  </a:lnTo>
                  <a:cubicBezTo>
                    <a:pt x="159" y="78"/>
                    <a:pt x="163" y="78"/>
                    <a:pt x="167" y="77"/>
                  </a:cubicBezTo>
                  <a:lnTo>
                    <a:pt x="187" y="0"/>
                  </a:lnTo>
                  <a:cubicBezTo>
                    <a:pt x="171" y="1"/>
                    <a:pt x="155" y="2"/>
                    <a:pt x="139" y="5"/>
                  </a:cubicBezTo>
                  <a:lnTo>
                    <a:pt x="139" y="5"/>
                  </a:lnTo>
                  <a:close/>
                  <a:moveTo>
                    <a:pt x="193" y="0"/>
                  </a:moveTo>
                  <a:lnTo>
                    <a:pt x="193" y="0"/>
                  </a:lnTo>
                  <a:lnTo>
                    <a:pt x="173" y="77"/>
                  </a:lnTo>
                  <a:cubicBezTo>
                    <a:pt x="178" y="77"/>
                    <a:pt x="183" y="77"/>
                    <a:pt x="188" y="77"/>
                  </a:cubicBezTo>
                  <a:lnTo>
                    <a:pt x="207" y="17"/>
                  </a:lnTo>
                  <a:cubicBezTo>
                    <a:pt x="208" y="13"/>
                    <a:pt x="214" y="15"/>
                    <a:pt x="213" y="18"/>
                  </a:cubicBezTo>
                  <a:lnTo>
                    <a:pt x="194" y="78"/>
                  </a:lnTo>
                  <a:cubicBezTo>
                    <a:pt x="199" y="78"/>
                    <a:pt x="203" y="79"/>
                    <a:pt x="208" y="80"/>
                  </a:cubicBezTo>
                  <a:lnTo>
                    <a:pt x="240" y="4"/>
                  </a:lnTo>
                  <a:cubicBezTo>
                    <a:pt x="224" y="2"/>
                    <a:pt x="208" y="0"/>
                    <a:pt x="193" y="0"/>
                  </a:cubicBezTo>
                  <a:lnTo>
                    <a:pt x="193" y="0"/>
                  </a:lnTo>
                  <a:close/>
                  <a:moveTo>
                    <a:pt x="246" y="5"/>
                  </a:moveTo>
                  <a:lnTo>
                    <a:pt x="246" y="5"/>
                  </a:lnTo>
                  <a:lnTo>
                    <a:pt x="214" y="81"/>
                  </a:lnTo>
                  <a:cubicBezTo>
                    <a:pt x="218" y="81"/>
                    <a:pt x="222" y="82"/>
                    <a:pt x="226" y="83"/>
                  </a:cubicBezTo>
                  <a:lnTo>
                    <a:pt x="258" y="22"/>
                  </a:lnTo>
                  <a:cubicBezTo>
                    <a:pt x="260" y="19"/>
                    <a:pt x="265" y="21"/>
                    <a:pt x="263" y="25"/>
                  </a:cubicBezTo>
                  <a:lnTo>
                    <a:pt x="232" y="85"/>
                  </a:lnTo>
                  <a:cubicBezTo>
                    <a:pt x="237" y="86"/>
                    <a:pt x="243" y="88"/>
                    <a:pt x="248" y="90"/>
                  </a:cubicBezTo>
                  <a:lnTo>
                    <a:pt x="292" y="17"/>
                  </a:lnTo>
                  <a:cubicBezTo>
                    <a:pt x="277" y="12"/>
                    <a:pt x="261" y="8"/>
                    <a:pt x="246" y="5"/>
                  </a:cubicBezTo>
                  <a:lnTo>
                    <a:pt x="246" y="5"/>
                  </a:lnTo>
                  <a:close/>
                  <a:moveTo>
                    <a:pt x="144" y="174"/>
                  </a:moveTo>
                  <a:lnTo>
                    <a:pt x="144" y="174"/>
                  </a:lnTo>
                  <a:cubicBezTo>
                    <a:pt x="144" y="175"/>
                    <a:pt x="144" y="175"/>
                    <a:pt x="144" y="176"/>
                  </a:cubicBezTo>
                  <a:cubicBezTo>
                    <a:pt x="143" y="176"/>
                    <a:pt x="143" y="176"/>
                    <a:pt x="142" y="177"/>
                  </a:cubicBezTo>
                  <a:cubicBezTo>
                    <a:pt x="142" y="177"/>
                    <a:pt x="142" y="177"/>
                    <a:pt x="142" y="177"/>
                  </a:cubicBezTo>
                  <a:cubicBezTo>
                    <a:pt x="137" y="178"/>
                    <a:pt x="132" y="177"/>
                    <a:pt x="128" y="177"/>
                  </a:cubicBezTo>
                  <a:cubicBezTo>
                    <a:pt x="127" y="177"/>
                    <a:pt x="127" y="177"/>
                    <a:pt x="126" y="178"/>
                  </a:cubicBezTo>
                  <a:cubicBezTo>
                    <a:pt x="127" y="183"/>
                    <a:pt x="130" y="190"/>
                    <a:pt x="136" y="196"/>
                  </a:cubicBezTo>
                  <a:cubicBezTo>
                    <a:pt x="140" y="196"/>
                    <a:pt x="144" y="196"/>
                    <a:pt x="149" y="197"/>
                  </a:cubicBezTo>
                  <a:lnTo>
                    <a:pt x="161" y="145"/>
                  </a:lnTo>
                  <a:cubicBezTo>
                    <a:pt x="147" y="141"/>
                    <a:pt x="144" y="117"/>
                    <a:pt x="162" y="113"/>
                  </a:cubicBezTo>
                  <a:cubicBezTo>
                    <a:pt x="162" y="109"/>
                    <a:pt x="164" y="106"/>
                    <a:pt x="167" y="103"/>
                  </a:cubicBezTo>
                  <a:cubicBezTo>
                    <a:pt x="157" y="104"/>
                    <a:pt x="147" y="105"/>
                    <a:pt x="138" y="107"/>
                  </a:cubicBezTo>
                  <a:lnTo>
                    <a:pt x="141" y="136"/>
                  </a:lnTo>
                  <a:cubicBezTo>
                    <a:pt x="141" y="136"/>
                    <a:pt x="141" y="136"/>
                    <a:pt x="141" y="137"/>
                  </a:cubicBezTo>
                  <a:lnTo>
                    <a:pt x="141" y="140"/>
                  </a:lnTo>
                  <a:cubicBezTo>
                    <a:pt x="141" y="143"/>
                    <a:pt x="136" y="144"/>
                    <a:pt x="135" y="140"/>
                  </a:cubicBezTo>
                  <a:lnTo>
                    <a:pt x="135" y="138"/>
                  </a:lnTo>
                  <a:lnTo>
                    <a:pt x="124" y="130"/>
                  </a:lnTo>
                  <a:cubicBezTo>
                    <a:pt x="121" y="132"/>
                    <a:pt x="119" y="136"/>
                    <a:pt x="119" y="140"/>
                  </a:cubicBezTo>
                  <a:cubicBezTo>
                    <a:pt x="119" y="148"/>
                    <a:pt x="125" y="154"/>
                    <a:pt x="133" y="154"/>
                  </a:cubicBezTo>
                  <a:cubicBezTo>
                    <a:pt x="134" y="154"/>
                    <a:pt x="135" y="154"/>
                    <a:pt x="137" y="154"/>
                  </a:cubicBezTo>
                  <a:lnTo>
                    <a:pt x="137" y="153"/>
                  </a:lnTo>
                  <a:cubicBezTo>
                    <a:pt x="136" y="149"/>
                    <a:pt x="142" y="148"/>
                    <a:pt x="142" y="152"/>
                  </a:cubicBezTo>
                  <a:lnTo>
                    <a:pt x="142" y="155"/>
                  </a:lnTo>
                  <a:cubicBezTo>
                    <a:pt x="143" y="155"/>
                    <a:pt x="143" y="155"/>
                    <a:pt x="143" y="156"/>
                  </a:cubicBezTo>
                  <a:lnTo>
                    <a:pt x="144" y="174"/>
                  </a:lnTo>
                  <a:cubicBezTo>
                    <a:pt x="144" y="174"/>
                    <a:pt x="144" y="174"/>
                    <a:pt x="144" y="174"/>
                  </a:cubicBezTo>
                  <a:lnTo>
                    <a:pt x="144" y="174"/>
                  </a:lnTo>
                  <a:close/>
                  <a:moveTo>
                    <a:pt x="123" y="123"/>
                  </a:moveTo>
                  <a:lnTo>
                    <a:pt x="123" y="123"/>
                  </a:lnTo>
                  <a:lnTo>
                    <a:pt x="125" y="124"/>
                  </a:lnTo>
                  <a:cubicBezTo>
                    <a:pt x="125" y="124"/>
                    <a:pt x="125" y="124"/>
                    <a:pt x="126" y="124"/>
                  </a:cubicBezTo>
                  <a:lnTo>
                    <a:pt x="135" y="131"/>
                  </a:lnTo>
                  <a:lnTo>
                    <a:pt x="133" y="108"/>
                  </a:lnTo>
                  <a:cubicBezTo>
                    <a:pt x="125" y="110"/>
                    <a:pt x="118" y="112"/>
                    <a:pt x="111" y="115"/>
                  </a:cubicBezTo>
                  <a:cubicBezTo>
                    <a:pt x="97" y="130"/>
                    <a:pt x="98" y="147"/>
                    <a:pt x="107" y="159"/>
                  </a:cubicBezTo>
                  <a:cubicBezTo>
                    <a:pt x="108" y="159"/>
                    <a:pt x="108" y="159"/>
                    <a:pt x="108" y="159"/>
                  </a:cubicBezTo>
                  <a:cubicBezTo>
                    <a:pt x="115" y="168"/>
                    <a:pt x="127" y="173"/>
                    <a:pt x="138" y="172"/>
                  </a:cubicBezTo>
                  <a:lnTo>
                    <a:pt x="137" y="159"/>
                  </a:lnTo>
                  <a:cubicBezTo>
                    <a:pt x="136" y="160"/>
                    <a:pt x="134" y="160"/>
                    <a:pt x="133" y="160"/>
                  </a:cubicBezTo>
                  <a:cubicBezTo>
                    <a:pt x="122" y="160"/>
                    <a:pt x="113" y="151"/>
                    <a:pt x="113" y="140"/>
                  </a:cubicBezTo>
                  <a:cubicBezTo>
                    <a:pt x="113" y="135"/>
                    <a:pt x="116" y="130"/>
                    <a:pt x="119" y="126"/>
                  </a:cubicBezTo>
                  <a:cubicBezTo>
                    <a:pt x="118" y="124"/>
                    <a:pt x="121" y="121"/>
                    <a:pt x="123" y="123"/>
                  </a:cubicBezTo>
                  <a:lnTo>
                    <a:pt x="123" y="123"/>
                  </a:lnTo>
                  <a:close/>
                  <a:moveTo>
                    <a:pt x="121" y="175"/>
                  </a:moveTo>
                  <a:lnTo>
                    <a:pt x="121" y="175"/>
                  </a:lnTo>
                  <a:cubicBezTo>
                    <a:pt x="115" y="172"/>
                    <a:pt x="109" y="169"/>
                    <a:pt x="105" y="164"/>
                  </a:cubicBezTo>
                  <a:cubicBezTo>
                    <a:pt x="85" y="169"/>
                    <a:pt x="68" y="154"/>
                    <a:pt x="62" y="142"/>
                  </a:cubicBezTo>
                  <a:cubicBezTo>
                    <a:pt x="55" y="147"/>
                    <a:pt x="48" y="153"/>
                    <a:pt x="42" y="159"/>
                  </a:cubicBezTo>
                  <a:lnTo>
                    <a:pt x="54" y="162"/>
                  </a:lnTo>
                  <a:cubicBezTo>
                    <a:pt x="55" y="162"/>
                    <a:pt x="55" y="162"/>
                    <a:pt x="55" y="162"/>
                  </a:cubicBezTo>
                  <a:lnTo>
                    <a:pt x="58" y="163"/>
                  </a:lnTo>
                  <a:cubicBezTo>
                    <a:pt x="58" y="163"/>
                    <a:pt x="59" y="163"/>
                    <a:pt x="59" y="164"/>
                  </a:cubicBezTo>
                  <a:cubicBezTo>
                    <a:pt x="60" y="164"/>
                    <a:pt x="60" y="164"/>
                    <a:pt x="60" y="165"/>
                  </a:cubicBezTo>
                  <a:cubicBezTo>
                    <a:pt x="74" y="181"/>
                    <a:pt x="108" y="181"/>
                    <a:pt x="121" y="175"/>
                  </a:cubicBezTo>
                  <a:lnTo>
                    <a:pt x="121" y="175"/>
                  </a:lnTo>
                  <a:close/>
                  <a:moveTo>
                    <a:pt x="101" y="159"/>
                  </a:moveTo>
                  <a:lnTo>
                    <a:pt x="101" y="159"/>
                  </a:lnTo>
                  <a:cubicBezTo>
                    <a:pt x="93" y="148"/>
                    <a:pt x="92" y="134"/>
                    <a:pt x="101" y="119"/>
                  </a:cubicBezTo>
                  <a:cubicBezTo>
                    <a:pt x="89" y="124"/>
                    <a:pt x="77" y="131"/>
                    <a:pt x="66" y="139"/>
                  </a:cubicBezTo>
                  <a:cubicBezTo>
                    <a:pt x="71" y="149"/>
                    <a:pt x="85" y="161"/>
                    <a:pt x="101" y="159"/>
                  </a:cubicBezTo>
                  <a:lnTo>
                    <a:pt x="101" y="159"/>
                  </a:lnTo>
                  <a:close/>
                  <a:moveTo>
                    <a:pt x="56" y="169"/>
                  </a:moveTo>
                  <a:lnTo>
                    <a:pt x="56" y="169"/>
                  </a:lnTo>
                  <a:lnTo>
                    <a:pt x="56" y="168"/>
                  </a:lnTo>
                  <a:cubicBezTo>
                    <a:pt x="54" y="174"/>
                    <a:pt x="54" y="186"/>
                    <a:pt x="55" y="192"/>
                  </a:cubicBezTo>
                  <a:cubicBezTo>
                    <a:pt x="66" y="196"/>
                    <a:pt x="79" y="196"/>
                    <a:pt x="94" y="196"/>
                  </a:cubicBezTo>
                  <a:cubicBezTo>
                    <a:pt x="106" y="196"/>
                    <a:pt x="117" y="196"/>
                    <a:pt x="128" y="196"/>
                  </a:cubicBezTo>
                  <a:cubicBezTo>
                    <a:pt x="124" y="191"/>
                    <a:pt x="122" y="185"/>
                    <a:pt x="121" y="181"/>
                  </a:cubicBezTo>
                  <a:cubicBezTo>
                    <a:pt x="104" y="187"/>
                    <a:pt x="71" y="185"/>
                    <a:pt x="56" y="169"/>
                  </a:cubicBezTo>
                  <a:lnTo>
                    <a:pt x="56" y="169"/>
                  </a:lnTo>
                  <a:close/>
                  <a:moveTo>
                    <a:pt x="66" y="255"/>
                  </a:moveTo>
                  <a:lnTo>
                    <a:pt x="66" y="255"/>
                  </a:lnTo>
                  <a:cubicBezTo>
                    <a:pt x="62" y="254"/>
                    <a:pt x="59" y="252"/>
                    <a:pt x="55" y="250"/>
                  </a:cubicBezTo>
                  <a:cubicBezTo>
                    <a:pt x="51" y="253"/>
                    <a:pt x="47" y="255"/>
                    <a:pt x="44" y="258"/>
                  </a:cubicBezTo>
                  <a:cubicBezTo>
                    <a:pt x="44" y="258"/>
                    <a:pt x="43" y="259"/>
                    <a:pt x="43" y="259"/>
                  </a:cubicBezTo>
                  <a:cubicBezTo>
                    <a:pt x="36" y="265"/>
                    <a:pt x="30" y="271"/>
                    <a:pt x="25" y="276"/>
                  </a:cubicBezTo>
                  <a:cubicBezTo>
                    <a:pt x="25" y="276"/>
                    <a:pt x="25" y="277"/>
                    <a:pt x="25" y="277"/>
                  </a:cubicBezTo>
                  <a:cubicBezTo>
                    <a:pt x="23" y="279"/>
                    <a:pt x="21" y="282"/>
                    <a:pt x="19" y="284"/>
                  </a:cubicBezTo>
                  <a:cubicBezTo>
                    <a:pt x="19" y="285"/>
                    <a:pt x="19" y="285"/>
                    <a:pt x="19" y="285"/>
                  </a:cubicBezTo>
                  <a:cubicBezTo>
                    <a:pt x="12" y="295"/>
                    <a:pt x="9" y="304"/>
                    <a:pt x="8" y="312"/>
                  </a:cubicBezTo>
                  <a:cubicBezTo>
                    <a:pt x="6" y="324"/>
                    <a:pt x="7" y="340"/>
                    <a:pt x="0" y="350"/>
                  </a:cubicBezTo>
                  <a:cubicBezTo>
                    <a:pt x="11" y="349"/>
                    <a:pt x="14" y="346"/>
                    <a:pt x="21" y="340"/>
                  </a:cubicBezTo>
                  <a:cubicBezTo>
                    <a:pt x="14" y="310"/>
                    <a:pt x="36" y="271"/>
                    <a:pt x="66" y="255"/>
                  </a:cubicBezTo>
                  <a:lnTo>
                    <a:pt x="66" y="255"/>
                  </a:lnTo>
                  <a:close/>
                  <a:moveTo>
                    <a:pt x="69" y="310"/>
                  </a:moveTo>
                  <a:lnTo>
                    <a:pt x="69" y="310"/>
                  </a:lnTo>
                  <a:cubicBezTo>
                    <a:pt x="68" y="311"/>
                    <a:pt x="68" y="312"/>
                    <a:pt x="67" y="314"/>
                  </a:cubicBezTo>
                  <a:cubicBezTo>
                    <a:pt x="61" y="326"/>
                    <a:pt x="68" y="336"/>
                    <a:pt x="75" y="336"/>
                  </a:cubicBezTo>
                  <a:cubicBezTo>
                    <a:pt x="93" y="336"/>
                    <a:pt x="92" y="311"/>
                    <a:pt x="69" y="310"/>
                  </a:cubicBezTo>
                  <a:lnTo>
                    <a:pt x="69" y="310"/>
                  </a:lnTo>
                  <a:close/>
                  <a:moveTo>
                    <a:pt x="37" y="256"/>
                  </a:moveTo>
                  <a:lnTo>
                    <a:pt x="37" y="256"/>
                  </a:lnTo>
                  <a:cubicBezTo>
                    <a:pt x="28" y="249"/>
                    <a:pt x="17" y="240"/>
                    <a:pt x="12" y="229"/>
                  </a:cubicBezTo>
                  <a:cubicBezTo>
                    <a:pt x="11" y="235"/>
                    <a:pt x="11" y="241"/>
                    <a:pt x="13" y="247"/>
                  </a:cubicBezTo>
                  <a:lnTo>
                    <a:pt x="13" y="247"/>
                  </a:lnTo>
                  <a:cubicBezTo>
                    <a:pt x="15" y="256"/>
                    <a:pt x="19" y="264"/>
                    <a:pt x="23" y="270"/>
                  </a:cubicBezTo>
                  <a:cubicBezTo>
                    <a:pt x="27" y="266"/>
                    <a:pt x="32" y="261"/>
                    <a:pt x="37" y="256"/>
                  </a:cubicBezTo>
                  <a:lnTo>
                    <a:pt x="37" y="256"/>
                  </a:lnTo>
                  <a:close/>
                  <a:moveTo>
                    <a:pt x="17" y="369"/>
                  </a:moveTo>
                  <a:lnTo>
                    <a:pt x="17" y="369"/>
                  </a:lnTo>
                  <a:cubicBezTo>
                    <a:pt x="17" y="377"/>
                    <a:pt x="18" y="385"/>
                    <a:pt x="17" y="393"/>
                  </a:cubicBezTo>
                  <a:cubicBezTo>
                    <a:pt x="26" y="392"/>
                    <a:pt x="29" y="390"/>
                    <a:pt x="34" y="385"/>
                  </a:cubicBezTo>
                  <a:cubicBezTo>
                    <a:pt x="28" y="381"/>
                    <a:pt x="22" y="376"/>
                    <a:pt x="17" y="369"/>
                  </a:cubicBezTo>
                  <a:lnTo>
                    <a:pt x="17" y="369"/>
                  </a:lnTo>
                  <a:close/>
                  <a:moveTo>
                    <a:pt x="14" y="265"/>
                  </a:moveTo>
                  <a:lnTo>
                    <a:pt x="14" y="265"/>
                  </a:lnTo>
                  <a:lnTo>
                    <a:pt x="3" y="271"/>
                  </a:lnTo>
                  <a:lnTo>
                    <a:pt x="9" y="283"/>
                  </a:lnTo>
                  <a:cubicBezTo>
                    <a:pt x="11" y="282"/>
                    <a:pt x="13" y="281"/>
                    <a:pt x="15" y="281"/>
                  </a:cubicBezTo>
                  <a:cubicBezTo>
                    <a:pt x="16" y="279"/>
                    <a:pt x="18" y="277"/>
                    <a:pt x="20" y="275"/>
                  </a:cubicBezTo>
                  <a:cubicBezTo>
                    <a:pt x="18" y="272"/>
                    <a:pt x="16" y="268"/>
                    <a:pt x="14" y="265"/>
                  </a:cubicBezTo>
                  <a:lnTo>
                    <a:pt x="14" y="265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AE49A029-9AE0-4CF9-87DF-91910B2623E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86675" y="476250"/>
              <a:ext cx="280988" cy="304800"/>
            </a:xfrm>
            <a:custGeom>
              <a:avLst/>
              <a:gdLst>
                <a:gd name="T0" fmla="*/ 1 w 346"/>
                <a:gd name="T1" fmla="*/ 230 h 372"/>
                <a:gd name="T2" fmla="*/ 27 w 346"/>
                <a:gd name="T3" fmla="*/ 197 h 372"/>
                <a:gd name="T4" fmla="*/ 1 w 346"/>
                <a:gd name="T5" fmla="*/ 223 h 372"/>
                <a:gd name="T6" fmla="*/ 1 w 346"/>
                <a:gd name="T7" fmla="*/ 214 h 372"/>
                <a:gd name="T8" fmla="*/ 2 w 346"/>
                <a:gd name="T9" fmla="*/ 188 h 372"/>
                <a:gd name="T10" fmla="*/ 3 w 346"/>
                <a:gd name="T11" fmla="*/ 179 h 372"/>
                <a:gd name="T12" fmla="*/ 29 w 346"/>
                <a:gd name="T13" fmla="*/ 168 h 372"/>
                <a:gd name="T14" fmla="*/ 5 w 346"/>
                <a:gd name="T15" fmla="*/ 169 h 372"/>
                <a:gd name="T16" fmla="*/ 7 w 346"/>
                <a:gd name="T17" fmla="*/ 161 h 372"/>
                <a:gd name="T18" fmla="*/ 32 w 346"/>
                <a:gd name="T19" fmla="*/ 127 h 372"/>
                <a:gd name="T20" fmla="*/ 36 w 346"/>
                <a:gd name="T21" fmla="*/ 96 h 372"/>
                <a:gd name="T22" fmla="*/ 56 w 346"/>
                <a:gd name="T23" fmla="*/ 72 h 372"/>
                <a:gd name="T24" fmla="*/ 68 w 346"/>
                <a:gd name="T25" fmla="*/ 75 h 372"/>
                <a:gd name="T26" fmla="*/ 214 w 346"/>
                <a:gd name="T27" fmla="*/ 53 h 372"/>
                <a:gd name="T28" fmla="*/ 203 w 346"/>
                <a:gd name="T29" fmla="*/ 80 h 372"/>
                <a:gd name="T30" fmla="*/ 214 w 346"/>
                <a:gd name="T31" fmla="*/ 53 h 372"/>
                <a:gd name="T32" fmla="*/ 187 w 346"/>
                <a:gd name="T33" fmla="*/ 64 h 372"/>
                <a:gd name="T34" fmla="*/ 199 w 346"/>
                <a:gd name="T35" fmla="*/ 53 h 372"/>
                <a:gd name="T36" fmla="*/ 205 w 346"/>
                <a:gd name="T37" fmla="*/ 50 h 372"/>
                <a:gd name="T38" fmla="*/ 210 w 346"/>
                <a:gd name="T39" fmla="*/ 23 h 372"/>
                <a:gd name="T40" fmla="*/ 182 w 346"/>
                <a:gd name="T41" fmla="*/ 27 h 372"/>
                <a:gd name="T42" fmla="*/ 186 w 346"/>
                <a:gd name="T43" fmla="*/ 49 h 372"/>
                <a:gd name="T44" fmla="*/ 172 w 346"/>
                <a:gd name="T45" fmla="*/ 105 h 372"/>
                <a:gd name="T46" fmla="*/ 197 w 346"/>
                <a:gd name="T47" fmla="*/ 70 h 372"/>
                <a:gd name="T48" fmla="*/ 225 w 346"/>
                <a:gd name="T49" fmla="*/ 90 h 372"/>
                <a:gd name="T50" fmla="*/ 232 w 346"/>
                <a:gd name="T51" fmla="*/ 80 h 372"/>
                <a:gd name="T52" fmla="*/ 242 w 346"/>
                <a:gd name="T53" fmla="*/ 51 h 372"/>
                <a:gd name="T54" fmla="*/ 222 w 346"/>
                <a:gd name="T55" fmla="*/ 60 h 372"/>
                <a:gd name="T56" fmla="*/ 203 w 346"/>
                <a:gd name="T57" fmla="*/ 88 h 372"/>
                <a:gd name="T58" fmla="*/ 225 w 346"/>
                <a:gd name="T59" fmla="*/ 90 h 372"/>
                <a:gd name="T60" fmla="*/ 200 w 346"/>
                <a:gd name="T61" fmla="*/ 247 h 372"/>
                <a:gd name="T62" fmla="*/ 200 w 346"/>
                <a:gd name="T63" fmla="*/ 247 h 372"/>
                <a:gd name="T64" fmla="*/ 262 w 346"/>
                <a:gd name="T65" fmla="*/ 176 h 372"/>
                <a:gd name="T66" fmla="*/ 262 w 346"/>
                <a:gd name="T67" fmla="*/ 176 h 372"/>
                <a:gd name="T68" fmla="*/ 303 w 346"/>
                <a:gd name="T69" fmla="*/ 125 h 372"/>
                <a:gd name="T70" fmla="*/ 303 w 346"/>
                <a:gd name="T71" fmla="*/ 125 h 372"/>
                <a:gd name="T72" fmla="*/ 302 w 346"/>
                <a:gd name="T73" fmla="*/ 148 h 372"/>
                <a:gd name="T74" fmla="*/ 303 w 346"/>
                <a:gd name="T75" fmla="*/ 132 h 372"/>
                <a:gd name="T76" fmla="*/ 189 w 346"/>
                <a:gd name="T77" fmla="*/ 269 h 372"/>
                <a:gd name="T78" fmla="*/ 257 w 346"/>
                <a:gd name="T79" fmla="*/ 205 h 372"/>
                <a:gd name="T80" fmla="*/ 257 w 346"/>
                <a:gd name="T81" fmla="*/ 181 h 372"/>
                <a:gd name="T82" fmla="*/ 194 w 346"/>
                <a:gd name="T83" fmla="*/ 255 h 372"/>
                <a:gd name="T84" fmla="*/ 189 w 346"/>
                <a:gd name="T85" fmla="*/ 269 h 372"/>
                <a:gd name="T86" fmla="*/ 68 w 346"/>
                <a:gd name="T87" fmla="*/ 369 h 372"/>
                <a:gd name="T88" fmla="*/ 101 w 346"/>
                <a:gd name="T89" fmla="*/ 350 h 372"/>
                <a:gd name="T90" fmla="*/ 129 w 346"/>
                <a:gd name="T91" fmla="*/ 325 h 372"/>
                <a:gd name="T92" fmla="*/ 148 w 346"/>
                <a:gd name="T93" fmla="*/ 305 h 372"/>
                <a:gd name="T94" fmla="*/ 176 w 346"/>
                <a:gd name="T95" fmla="*/ 271 h 372"/>
                <a:gd name="T96" fmla="*/ 191 w 346"/>
                <a:gd name="T97" fmla="*/ 250 h 372"/>
                <a:gd name="T98" fmla="*/ 253 w 346"/>
                <a:gd name="T99" fmla="*/ 160 h 372"/>
                <a:gd name="T100" fmla="*/ 279 w 346"/>
                <a:gd name="T101" fmla="*/ 125 h 372"/>
                <a:gd name="T102" fmla="*/ 295 w 346"/>
                <a:gd name="T103" fmla="*/ 106 h 372"/>
                <a:gd name="T104" fmla="*/ 341 w 346"/>
                <a:gd name="T105" fmla="*/ 64 h 372"/>
                <a:gd name="T106" fmla="*/ 343 w 346"/>
                <a:gd name="T107" fmla="*/ 63 h 372"/>
                <a:gd name="T108" fmla="*/ 331 w 346"/>
                <a:gd name="T109" fmla="*/ 52 h 372"/>
                <a:gd name="T110" fmla="*/ 68 w 346"/>
                <a:gd name="T111" fmla="*/ 369 h 3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46" h="372">
                  <a:moveTo>
                    <a:pt x="1" y="223"/>
                  </a:moveTo>
                  <a:lnTo>
                    <a:pt x="1" y="223"/>
                  </a:lnTo>
                  <a:cubicBezTo>
                    <a:pt x="1" y="225"/>
                    <a:pt x="1" y="228"/>
                    <a:pt x="1" y="230"/>
                  </a:cubicBezTo>
                  <a:cubicBezTo>
                    <a:pt x="7" y="226"/>
                    <a:pt x="15" y="220"/>
                    <a:pt x="20" y="219"/>
                  </a:cubicBezTo>
                  <a:cubicBezTo>
                    <a:pt x="22" y="212"/>
                    <a:pt x="24" y="205"/>
                    <a:pt x="28" y="196"/>
                  </a:cubicBezTo>
                  <a:cubicBezTo>
                    <a:pt x="28" y="197"/>
                    <a:pt x="27" y="197"/>
                    <a:pt x="27" y="197"/>
                  </a:cubicBezTo>
                  <a:cubicBezTo>
                    <a:pt x="27" y="197"/>
                    <a:pt x="27" y="197"/>
                    <a:pt x="27" y="197"/>
                  </a:cubicBezTo>
                  <a:cubicBezTo>
                    <a:pt x="15" y="204"/>
                    <a:pt x="3" y="218"/>
                    <a:pt x="1" y="223"/>
                  </a:cubicBezTo>
                  <a:lnTo>
                    <a:pt x="1" y="223"/>
                  </a:lnTo>
                  <a:close/>
                  <a:moveTo>
                    <a:pt x="2" y="188"/>
                  </a:moveTo>
                  <a:lnTo>
                    <a:pt x="2" y="188"/>
                  </a:lnTo>
                  <a:cubicBezTo>
                    <a:pt x="1" y="196"/>
                    <a:pt x="0" y="205"/>
                    <a:pt x="1" y="214"/>
                  </a:cubicBezTo>
                  <a:cubicBezTo>
                    <a:pt x="3" y="210"/>
                    <a:pt x="7" y="206"/>
                    <a:pt x="11" y="202"/>
                  </a:cubicBezTo>
                  <a:lnTo>
                    <a:pt x="2" y="188"/>
                  </a:lnTo>
                  <a:lnTo>
                    <a:pt x="2" y="188"/>
                  </a:lnTo>
                  <a:close/>
                  <a:moveTo>
                    <a:pt x="5" y="169"/>
                  </a:moveTo>
                  <a:lnTo>
                    <a:pt x="5" y="169"/>
                  </a:lnTo>
                  <a:cubicBezTo>
                    <a:pt x="4" y="172"/>
                    <a:pt x="4" y="176"/>
                    <a:pt x="3" y="179"/>
                  </a:cubicBezTo>
                  <a:lnTo>
                    <a:pt x="15" y="198"/>
                  </a:lnTo>
                  <a:cubicBezTo>
                    <a:pt x="17" y="197"/>
                    <a:pt x="20" y="195"/>
                    <a:pt x="22" y="194"/>
                  </a:cubicBezTo>
                  <a:cubicBezTo>
                    <a:pt x="12" y="174"/>
                    <a:pt x="10" y="178"/>
                    <a:pt x="29" y="168"/>
                  </a:cubicBezTo>
                  <a:cubicBezTo>
                    <a:pt x="28" y="165"/>
                    <a:pt x="27" y="162"/>
                    <a:pt x="26" y="159"/>
                  </a:cubicBezTo>
                  <a:cubicBezTo>
                    <a:pt x="21" y="160"/>
                    <a:pt x="12" y="164"/>
                    <a:pt x="5" y="169"/>
                  </a:cubicBezTo>
                  <a:lnTo>
                    <a:pt x="5" y="169"/>
                  </a:lnTo>
                  <a:close/>
                  <a:moveTo>
                    <a:pt x="36" y="96"/>
                  </a:moveTo>
                  <a:lnTo>
                    <a:pt x="36" y="96"/>
                  </a:lnTo>
                  <a:cubicBezTo>
                    <a:pt x="23" y="116"/>
                    <a:pt x="13" y="138"/>
                    <a:pt x="7" y="161"/>
                  </a:cubicBezTo>
                  <a:cubicBezTo>
                    <a:pt x="13" y="157"/>
                    <a:pt x="20" y="155"/>
                    <a:pt x="24" y="153"/>
                  </a:cubicBezTo>
                  <a:cubicBezTo>
                    <a:pt x="23" y="145"/>
                    <a:pt x="23" y="136"/>
                    <a:pt x="27" y="126"/>
                  </a:cubicBezTo>
                  <a:cubicBezTo>
                    <a:pt x="28" y="123"/>
                    <a:pt x="32" y="123"/>
                    <a:pt x="32" y="127"/>
                  </a:cubicBezTo>
                  <a:cubicBezTo>
                    <a:pt x="34" y="141"/>
                    <a:pt x="49" y="152"/>
                    <a:pt x="60" y="161"/>
                  </a:cubicBezTo>
                  <a:cubicBezTo>
                    <a:pt x="62" y="159"/>
                    <a:pt x="65" y="156"/>
                    <a:pt x="68" y="154"/>
                  </a:cubicBezTo>
                  <a:cubicBezTo>
                    <a:pt x="52" y="142"/>
                    <a:pt x="40" y="125"/>
                    <a:pt x="36" y="96"/>
                  </a:cubicBezTo>
                  <a:lnTo>
                    <a:pt x="36" y="96"/>
                  </a:lnTo>
                  <a:close/>
                  <a:moveTo>
                    <a:pt x="56" y="72"/>
                  </a:moveTo>
                  <a:lnTo>
                    <a:pt x="56" y="72"/>
                  </a:lnTo>
                  <a:cubicBezTo>
                    <a:pt x="53" y="75"/>
                    <a:pt x="50" y="78"/>
                    <a:pt x="47" y="82"/>
                  </a:cubicBezTo>
                  <a:cubicBezTo>
                    <a:pt x="53" y="90"/>
                    <a:pt x="59" y="95"/>
                    <a:pt x="67" y="98"/>
                  </a:cubicBezTo>
                  <a:cubicBezTo>
                    <a:pt x="66" y="91"/>
                    <a:pt x="66" y="81"/>
                    <a:pt x="68" y="75"/>
                  </a:cubicBezTo>
                  <a:lnTo>
                    <a:pt x="56" y="72"/>
                  </a:lnTo>
                  <a:lnTo>
                    <a:pt x="56" y="72"/>
                  </a:lnTo>
                  <a:close/>
                  <a:moveTo>
                    <a:pt x="214" y="53"/>
                  </a:moveTo>
                  <a:lnTo>
                    <a:pt x="214" y="53"/>
                  </a:lnTo>
                  <a:cubicBezTo>
                    <a:pt x="211" y="55"/>
                    <a:pt x="208" y="56"/>
                    <a:pt x="204" y="56"/>
                  </a:cubicBezTo>
                  <a:cubicBezTo>
                    <a:pt x="203" y="64"/>
                    <a:pt x="202" y="72"/>
                    <a:pt x="203" y="80"/>
                  </a:cubicBezTo>
                  <a:lnTo>
                    <a:pt x="218" y="64"/>
                  </a:lnTo>
                  <a:cubicBezTo>
                    <a:pt x="215" y="60"/>
                    <a:pt x="214" y="57"/>
                    <a:pt x="214" y="53"/>
                  </a:cubicBezTo>
                  <a:lnTo>
                    <a:pt x="214" y="53"/>
                  </a:lnTo>
                  <a:close/>
                  <a:moveTo>
                    <a:pt x="197" y="70"/>
                  </a:moveTo>
                  <a:lnTo>
                    <a:pt x="197" y="70"/>
                  </a:lnTo>
                  <a:cubicBezTo>
                    <a:pt x="193" y="69"/>
                    <a:pt x="189" y="68"/>
                    <a:pt x="187" y="64"/>
                  </a:cubicBezTo>
                  <a:cubicBezTo>
                    <a:pt x="186" y="62"/>
                    <a:pt x="192" y="63"/>
                    <a:pt x="193" y="63"/>
                  </a:cubicBezTo>
                  <a:cubicBezTo>
                    <a:pt x="195" y="63"/>
                    <a:pt x="196" y="62"/>
                    <a:pt x="198" y="62"/>
                  </a:cubicBezTo>
                  <a:cubicBezTo>
                    <a:pt x="198" y="59"/>
                    <a:pt x="198" y="56"/>
                    <a:pt x="199" y="53"/>
                  </a:cubicBezTo>
                  <a:cubicBezTo>
                    <a:pt x="199" y="53"/>
                    <a:pt x="199" y="52"/>
                    <a:pt x="199" y="52"/>
                  </a:cubicBezTo>
                  <a:cubicBezTo>
                    <a:pt x="199" y="51"/>
                    <a:pt x="199" y="50"/>
                    <a:pt x="199" y="49"/>
                  </a:cubicBezTo>
                  <a:cubicBezTo>
                    <a:pt x="200" y="46"/>
                    <a:pt x="205" y="46"/>
                    <a:pt x="205" y="50"/>
                  </a:cubicBezTo>
                  <a:cubicBezTo>
                    <a:pt x="221" y="49"/>
                    <a:pt x="218" y="25"/>
                    <a:pt x="201" y="29"/>
                  </a:cubicBezTo>
                  <a:cubicBezTo>
                    <a:pt x="197" y="29"/>
                    <a:pt x="196" y="24"/>
                    <a:pt x="200" y="23"/>
                  </a:cubicBezTo>
                  <a:cubicBezTo>
                    <a:pt x="204" y="22"/>
                    <a:pt x="207" y="22"/>
                    <a:pt x="210" y="23"/>
                  </a:cubicBezTo>
                  <a:cubicBezTo>
                    <a:pt x="208" y="0"/>
                    <a:pt x="172" y="14"/>
                    <a:pt x="192" y="32"/>
                  </a:cubicBezTo>
                  <a:cubicBezTo>
                    <a:pt x="195" y="34"/>
                    <a:pt x="192" y="39"/>
                    <a:pt x="189" y="36"/>
                  </a:cubicBezTo>
                  <a:cubicBezTo>
                    <a:pt x="185" y="33"/>
                    <a:pt x="183" y="30"/>
                    <a:pt x="182" y="27"/>
                  </a:cubicBezTo>
                  <a:cubicBezTo>
                    <a:pt x="169" y="29"/>
                    <a:pt x="172" y="45"/>
                    <a:pt x="181" y="48"/>
                  </a:cubicBezTo>
                  <a:lnTo>
                    <a:pt x="181" y="47"/>
                  </a:lnTo>
                  <a:cubicBezTo>
                    <a:pt x="182" y="44"/>
                    <a:pt x="187" y="45"/>
                    <a:pt x="186" y="49"/>
                  </a:cubicBezTo>
                  <a:lnTo>
                    <a:pt x="185" y="51"/>
                  </a:lnTo>
                  <a:cubicBezTo>
                    <a:pt x="185" y="52"/>
                    <a:pt x="185" y="52"/>
                    <a:pt x="185" y="52"/>
                  </a:cubicBezTo>
                  <a:lnTo>
                    <a:pt x="172" y="105"/>
                  </a:lnTo>
                  <a:cubicBezTo>
                    <a:pt x="175" y="105"/>
                    <a:pt x="177" y="106"/>
                    <a:pt x="179" y="106"/>
                  </a:cubicBezTo>
                  <a:lnTo>
                    <a:pt x="199" y="85"/>
                  </a:lnTo>
                  <a:cubicBezTo>
                    <a:pt x="197" y="80"/>
                    <a:pt x="197" y="75"/>
                    <a:pt x="197" y="70"/>
                  </a:cubicBezTo>
                  <a:lnTo>
                    <a:pt x="197" y="70"/>
                  </a:lnTo>
                  <a:close/>
                  <a:moveTo>
                    <a:pt x="225" y="90"/>
                  </a:moveTo>
                  <a:lnTo>
                    <a:pt x="225" y="90"/>
                  </a:lnTo>
                  <a:cubicBezTo>
                    <a:pt x="222" y="85"/>
                    <a:pt x="221" y="79"/>
                    <a:pt x="222" y="74"/>
                  </a:cubicBezTo>
                  <a:cubicBezTo>
                    <a:pt x="222" y="71"/>
                    <a:pt x="225" y="76"/>
                    <a:pt x="225" y="76"/>
                  </a:cubicBezTo>
                  <a:cubicBezTo>
                    <a:pt x="227" y="78"/>
                    <a:pt x="229" y="79"/>
                    <a:pt x="232" y="80"/>
                  </a:cubicBezTo>
                  <a:cubicBezTo>
                    <a:pt x="236" y="73"/>
                    <a:pt x="241" y="66"/>
                    <a:pt x="246" y="60"/>
                  </a:cubicBezTo>
                  <a:cubicBezTo>
                    <a:pt x="252" y="52"/>
                    <a:pt x="257" y="45"/>
                    <a:pt x="263" y="38"/>
                  </a:cubicBezTo>
                  <a:cubicBezTo>
                    <a:pt x="253" y="26"/>
                    <a:pt x="237" y="33"/>
                    <a:pt x="242" y="51"/>
                  </a:cubicBezTo>
                  <a:cubicBezTo>
                    <a:pt x="243" y="55"/>
                    <a:pt x="237" y="56"/>
                    <a:pt x="236" y="52"/>
                  </a:cubicBezTo>
                  <a:cubicBezTo>
                    <a:pt x="235" y="48"/>
                    <a:pt x="235" y="45"/>
                    <a:pt x="235" y="42"/>
                  </a:cubicBezTo>
                  <a:cubicBezTo>
                    <a:pt x="223" y="38"/>
                    <a:pt x="214" y="49"/>
                    <a:pt x="222" y="60"/>
                  </a:cubicBezTo>
                  <a:cubicBezTo>
                    <a:pt x="225" y="57"/>
                    <a:pt x="228" y="61"/>
                    <a:pt x="226" y="64"/>
                  </a:cubicBezTo>
                  <a:lnTo>
                    <a:pt x="204" y="87"/>
                  </a:lnTo>
                  <a:cubicBezTo>
                    <a:pt x="204" y="88"/>
                    <a:pt x="204" y="88"/>
                    <a:pt x="203" y="88"/>
                  </a:cubicBezTo>
                  <a:lnTo>
                    <a:pt x="186" y="107"/>
                  </a:lnTo>
                  <a:cubicBezTo>
                    <a:pt x="193" y="109"/>
                    <a:pt x="201" y="110"/>
                    <a:pt x="209" y="113"/>
                  </a:cubicBezTo>
                  <a:cubicBezTo>
                    <a:pt x="214" y="105"/>
                    <a:pt x="220" y="97"/>
                    <a:pt x="225" y="90"/>
                  </a:cubicBezTo>
                  <a:lnTo>
                    <a:pt x="225" y="90"/>
                  </a:lnTo>
                  <a:close/>
                  <a:moveTo>
                    <a:pt x="200" y="247"/>
                  </a:moveTo>
                  <a:lnTo>
                    <a:pt x="200" y="247"/>
                  </a:lnTo>
                  <a:cubicBezTo>
                    <a:pt x="231" y="234"/>
                    <a:pt x="241" y="209"/>
                    <a:pt x="240" y="189"/>
                  </a:cubicBezTo>
                  <a:cubicBezTo>
                    <a:pt x="233" y="199"/>
                    <a:pt x="226" y="210"/>
                    <a:pt x="219" y="219"/>
                  </a:cubicBezTo>
                  <a:cubicBezTo>
                    <a:pt x="213" y="229"/>
                    <a:pt x="206" y="238"/>
                    <a:pt x="200" y="247"/>
                  </a:cubicBezTo>
                  <a:lnTo>
                    <a:pt x="200" y="247"/>
                  </a:lnTo>
                  <a:close/>
                  <a:moveTo>
                    <a:pt x="262" y="176"/>
                  </a:moveTo>
                  <a:lnTo>
                    <a:pt x="262" y="176"/>
                  </a:lnTo>
                  <a:cubicBezTo>
                    <a:pt x="275" y="162"/>
                    <a:pt x="280" y="148"/>
                    <a:pt x="280" y="134"/>
                  </a:cubicBezTo>
                  <a:cubicBezTo>
                    <a:pt x="272" y="143"/>
                    <a:pt x="265" y="152"/>
                    <a:pt x="259" y="162"/>
                  </a:cubicBezTo>
                  <a:cubicBezTo>
                    <a:pt x="260" y="166"/>
                    <a:pt x="261" y="171"/>
                    <a:pt x="262" y="176"/>
                  </a:cubicBezTo>
                  <a:lnTo>
                    <a:pt x="262" y="176"/>
                  </a:lnTo>
                  <a:close/>
                  <a:moveTo>
                    <a:pt x="303" y="125"/>
                  </a:moveTo>
                  <a:lnTo>
                    <a:pt x="303" y="125"/>
                  </a:lnTo>
                  <a:cubicBezTo>
                    <a:pt x="317" y="114"/>
                    <a:pt x="322" y="102"/>
                    <a:pt x="322" y="87"/>
                  </a:cubicBezTo>
                  <a:cubicBezTo>
                    <a:pt x="314" y="94"/>
                    <a:pt x="307" y="101"/>
                    <a:pt x="300" y="109"/>
                  </a:cubicBezTo>
                  <a:cubicBezTo>
                    <a:pt x="301" y="115"/>
                    <a:pt x="302" y="120"/>
                    <a:pt x="303" y="125"/>
                  </a:cubicBezTo>
                  <a:lnTo>
                    <a:pt x="303" y="125"/>
                  </a:lnTo>
                  <a:close/>
                  <a:moveTo>
                    <a:pt x="302" y="148"/>
                  </a:moveTo>
                  <a:lnTo>
                    <a:pt x="302" y="148"/>
                  </a:lnTo>
                  <a:cubicBezTo>
                    <a:pt x="331" y="135"/>
                    <a:pt x="344" y="104"/>
                    <a:pt x="341" y="71"/>
                  </a:cubicBezTo>
                  <a:cubicBezTo>
                    <a:pt x="336" y="75"/>
                    <a:pt x="332" y="78"/>
                    <a:pt x="327" y="82"/>
                  </a:cubicBezTo>
                  <a:cubicBezTo>
                    <a:pt x="329" y="102"/>
                    <a:pt x="322" y="118"/>
                    <a:pt x="303" y="132"/>
                  </a:cubicBezTo>
                  <a:cubicBezTo>
                    <a:pt x="303" y="138"/>
                    <a:pt x="303" y="143"/>
                    <a:pt x="302" y="148"/>
                  </a:cubicBezTo>
                  <a:lnTo>
                    <a:pt x="302" y="148"/>
                  </a:lnTo>
                  <a:close/>
                  <a:moveTo>
                    <a:pt x="189" y="269"/>
                  </a:moveTo>
                  <a:lnTo>
                    <a:pt x="189" y="269"/>
                  </a:lnTo>
                  <a:cubicBezTo>
                    <a:pt x="189" y="269"/>
                    <a:pt x="189" y="269"/>
                    <a:pt x="189" y="269"/>
                  </a:cubicBezTo>
                  <a:cubicBezTo>
                    <a:pt x="222" y="266"/>
                    <a:pt x="251" y="240"/>
                    <a:pt x="257" y="205"/>
                  </a:cubicBezTo>
                  <a:cubicBezTo>
                    <a:pt x="257" y="204"/>
                    <a:pt x="257" y="204"/>
                    <a:pt x="257" y="204"/>
                  </a:cubicBezTo>
                  <a:cubicBezTo>
                    <a:pt x="258" y="197"/>
                    <a:pt x="258" y="190"/>
                    <a:pt x="257" y="182"/>
                  </a:cubicBezTo>
                  <a:cubicBezTo>
                    <a:pt x="257" y="182"/>
                    <a:pt x="257" y="181"/>
                    <a:pt x="257" y="181"/>
                  </a:cubicBezTo>
                  <a:cubicBezTo>
                    <a:pt x="257" y="177"/>
                    <a:pt x="256" y="172"/>
                    <a:pt x="254" y="168"/>
                  </a:cubicBezTo>
                  <a:cubicBezTo>
                    <a:pt x="251" y="172"/>
                    <a:pt x="248" y="177"/>
                    <a:pt x="244" y="182"/>
                  </a:cubicBezTo>
                  <a:cubicBezTo>
                    <a:pt x="249" y="207"/>
                    <a:pt x="238" y="242"/>
                    <a:pt x="194" y="255"/>
                  </a:cubicBezTo>
                  <a:cubicBezTo>
                    <a:pt x="191" y="260"/>
                    <a:pt x="187" y="264"/>
                    <a:pt x="184" y="269"/>
                  </a:cubicBezTo>
                  <a:cubicBezTo>
                    <a:pt x="185" y="269"/>
                    <a:pt x="187" y="269"/>
                    <a:pt x="189" y="269"/>
                  </a:cubicBezTo>
                  <a:lnTo>
                    <a:pt x="189" y="269"/>
                  </a:lnTo>
                  <a:close/>
                  <a:moveTo>
                    <a:pt x="68" y="369"/>
                  </a:moveTo>
                  <a:lnTo>
                    <a:pt x="68" y="369"/>
                  </a:lnTo>
                  <a:cubicBezTo>
                    <a:pt x="68" y="369"/>
                    <a:pt x="68" y="369"/>
                    <a:pt x="68" y="369"/>
                  </a:cubicBezTo>
                  <a:cubicBezTo>
                    <a:pt x="68" y="370"/>
                    <a:pt x="69" y="371"/>
                    <a:pt x="70" y="372"/>
                  </a:cubicBezTo>
                  <a:cubicBezTo>
                    <a:pt x="81" y="366"/>
                    <a:pt x="91" y="358"/>
                    <a:pt x="101" y="350"/>
                  </a:cubicBezTo>
                  <a:cubicBezTo>
                    <a:pt x="101" y="350"/>
                    <a:pt x="101" y="350"/>
                    <a:pt x="101" y="350"/>
                  </a:cubicBezTo>
                  <a:cubicBezTo>
                    <a:pt x="106" y="346"/>
                    <a:pt x="111" y="342"/>
                    <a:pt x="115" y="338"/>
                  </a:cubicBezTo>
                  <a:cubicBezTo>
                    <a:pt x="115" y="338"/>
                    <a:pt x="116" y="338"/>
                    <a:pt x="116" y="338"/>
                  </a:cubicBezTo>
                  <a:cubicBezTo>
                    <a:pt x="120" y="334"/>
                    <a:pt x="125" y="329"/>
                    <a:pt x="129" y="325"/>
                  </a:cubicBezTo>
                  <a:cubicBezTo>
                    <a:pt x="129" y="325"/>
                    <a:pt x="130" y="325"/>
                    <a:pt x="130" y="324"/>
                  </a:cubicBezTo>
                  <a:cubicBezTo>
                    <a:pt x="136" y="319"/>
                    <a:pt x="141" y="312"/>
                    <a:pt x="147" y="306"/>
                  </a:cubicBezTo>
                  <a:cubicBezTo>
                    <a:pt x="147" y="306"/>
                    <a:pt x="147" y="305"/>
                    <a:pt x="148" y="305"/>
                  </a:cubicBezTo>
                  <a:cubicBezTo>
                    <a:pt x="153" y="300"/>
                    <a:pt x="158" y="294"/>
                    <a:pt x="162" y="288"/>
                  </a:cubicBezTo>
                  <a:cubicBezTo>
                    <a:pt x="163" y="287"/>
                    <a:pt x="163" y="287"/>
                    <a:pt x="163" y="287"/>
                  </a:cubicBezTo>
                  <a:cubicBezTo>
                    <a:pt x="167" y="282"/>
                    <a:pt x="172" y="276"/>
                    <a:pt x="176" y="271"/>
                  </a:cubicBezTo>
                  <a:cubicBezTo>
                    <a:pt x="176" y="270"/>
                    <a:pt x="176" y="270"/>
                    <a:pt x="176" y="270"/>
                  </a:cubicBezTo>
                  <a:cubicBezTo>
                    <a:pt x="181" y="264"/>
                    <a:pt x="186" y="257"/>
                    <a:pt x="190" y="251"/>
                  </a:cubicBezTo>
                  <a:cubicBezTo>
                    <a:pt x="190" y="251"/>
                    <a:pt x="190" y="251"/>
                    <a:pt x="191" y="250"/>
                  </a:cubicBezTo>
                  <a:cubicBezTo>
                    <a:pt x="207" y="227"/>
                    <a:pt x="223" y="203"/>
                    <a:pt x="239" y="180"/>
                  </a:cubicBezTo>
                  <a:cubicBezTo>
                    <a:pt x="239" y="180"/>
                    <a:pt x="239" y="180"/>
                    <a:pt x="239" y="180"/>
                  </a:cubicBezTo>
                  <a:cubicBezTo>
                    <a:pt x="244" y="173"/>
                    <a:pt x="248" y="167"/>
                    <a:pt x="253" y="160"/>
                  </a:cubicBezTo>
                  <a:cubicBezTo>
                    <a:pt x="253" y="160"/>
                    <a:pt x="253" y="160"/>
                    <a:pt x="253" y="160"/>
                  </a:cubicBezTo>
                  <a:cubicBezTo>
                    <a:pt x="261" y="149"/>
                    <a:pt x="269" y="138"/>
                    <a:pt x="277" y="128"/>
                  </a:cubicBezTo>
                  <a:cubicBezTo>
                    <a:pt x="278" y="127"/>
                    <a:pt x="279" y="126"/>
                    <a:pt x="279" y="125"/>
                  </a:cubicBezTo>
                  <a:cubicBezTo>
                    <a:pt x="280" y="125"/>
                    <a:pt x="280" y="124"/>
                    <a:pt x="280" y="124"/>
                  </a:cubicBezTo>
                  <a:cubicBezTo>
                    <a:pt x="285" y="118"/>
                    <a:pt x="290" y="113"/>
                    <a:pt x="295" y="107"/>
                  </a:cubicBezTo>
                  <a:cubicBezTo>
                    <a:pt x="295" y="107"/>
                    <a:pt x="295" y="107"/>
                    <a:pt x="295" y="106"/>
                  </a:cubicBezTo>
                  <a:cubicBezTo>
                    <a:pt x="304" y="97"/>
                    <a:pt x="313" y="87"/>
                    <a:pt x="322" y="79"/>
                  </a:cubicBezTo>
                  <a:cubicBezTo>
                    <a:pt x="322" y="79"/>
                    <a:pt x="323" y="79"/>
                    <a:pt x="323" y="79"/>
                  </a:cubicBezTo>
                  <a:cubicBezTo>
                    <a:pt x="329" y="73"/>
                    <a:pt x="335" y="69"/>
                    <a:pt x="341" y="64"/>
                  </a:cubicBezTo>
                  <a:cubicBezTo>
                    <a:pt x="341" y="64"/>
                    <a:pt x="342" y="64"/>
                    <a:pt x="342" y="64"/>
                  </a:cubicBezTo>
                  <a:lnTo>
                    <a:pt x="343" y="63"/>
                  </a:lnTo>
                  <a:cubicBezTo>
                    <a:pt x="343" y="63"/>
                    <a:pt x="343" y="63"/>
                    <a:pt x="343" y="63"/>
                  </a:cubicBezTo>
                  <a:cubicBezTo>
                    <a:pt x="344" y="62"/>
                    <a:pt x="345" y="61"/>
                    <a:pt x="346" y="61"/>
                  </a:cubicBezTo>
                  <a:lnTo>
                    <a:pt x="340" y="45"/>
                  </a:lnTo>
                  <a:cubicBezTo>
                    <a:pt x="337" y="47"/>
                    <a:pt x="334" y="50"/>
                    <a:pt x="331" y="52"/>
                  </a:cubicBezTo>
                  <a:cubicBezTo>
                    <a:pt x="331" y="52"/>
                    <a:pt x="331" y="53"/>
                    <a:pt x="331" y="53"/>
                  </a:cubicBezTo>
                  <a:cubicBezTo>
                    <a:pt x="225" y="140"/>
                    <a:pt x="180" y="283"/>
                    <a:pt x="63" y="361"/>
                  </a:cubicBezTo>
                  <a:cubicBezTo>
                    <a:pt x="65" y="364"/>
                    <a:pt x="66" y="366"/>
                    <a:pt x="68" y="369"/>
                  </a:cubicBezTo>
                  <a:lnTo>
                    <a:pt x="68" y="369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B8CBC970-FC0D-4723-B28A-D212B56428E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694613" y="509588"/>
              <a:ext cx="328613" cy="385762"/>
            </a:xfrm>
            <a:custGeom>
              <a:avLst/>
              <a:gdLst>
                <a:gd name="T0" fmla="*/ 159 w 404"/>
                <a:gd name="T1" fmla="*/ 338 h 470"/>
                <a:gd name="T2" fmla="*/ 185 w 404"/>
                <a:gd name="T3" fmla="*/ 332 h 470"/>
                <a:gd name="T4" fmla="*/ 193 w 404"/>
                <a:gd name="T5" fmla="*/ 297 h 470"/>
                <a:gd name="T6" fmla="*/ 161 w 404"/>
                <a:gd name="T7" fmla="*/ 281 h 470"/>
                <a:gd name="T8" fmla="*/ 137 w 404"/>
                <a:gd name="T9" fmla="*/ 310 h 470"/>
                <a:gd name="T10" fmla="*/ 83 w 404"/>
                <a:gd name="T11" fmla="*/ 444 h 470"/>
                <a:gd name="T12" fmla="*/ 107 w 404"/>
                <a:gd name="T13" fmla="*/ 433 h 470"/>
                <a:gd name="T14" fmla="*/ 155 w 404"/>
                <a:gd name="T15" fmla="*/ 343 h 470"/>
                <a:gd name="T16" fmla="*/ 84 w 404"/>
                <a:gd name="T17" fmla="*/ 429 h 470"/>
                <a:gd name="T18" fmla="*/ 57 w 404"/>
                <a:gd name="T19" fmla="*/ 416 h 470"/>
                <a:gd name="T20" fmla="*/ 59 w 404"/>
                <a:gd name="T21" fmla="*/ 345 h 470"/>
                <a:gd name="T22" fmla="*/ 83 w 404"/>
                <a:gd name="T23" fmla="*/ 444 h 470"/>
                <a:gd name="T24" fmla="*/ 90 w 404"/>
                <a:gd name="T25" fmla="*/ 448 h 470"/>
                <a:gd name="T26" fmla="*/ 108 w 404"/>
                <a:gd name="T27" fmla="*/ 438 h 470"/>
                <a:gd name="T28" fmla="*/ 115 w 404"/>
                <a:gd name="T29" fmla="*/ 434 h 470"/>
                <a:gd name="T30" fmla="*/ 127 w 404"/>
                <a:gd name="T31" fmla="*/ 424 h 470"/>
                <a:gd name="T32" fmla="*/ 161 w 404"/>
                <a:gd name="T33" fmla="*/ 344 h 470"/>
                <a:gd name="T34" fmla="*/ 280 w 404"/>
                <a:gd name="T35" fmla="*/ 459 h 470"/>
                <a:gd name="T36" fmla="*/ 166 w 404"/>
                <a:gd name="T37" fmla="*/ 345 h 470"/>
                <a:gd name="T38" fmla="*/ 161 w 404"/>
                <a:gd name="T39" fmla="*/ 268 h 470"/>
                <a:gd name="T40" fmla="*/ 166 w 404"/>
                <a:gd name="T41" fmla="*/ 275 h 470"/>
                <a:gd name="T42" fmla="*/ 161 w 404"/>
                <a:gd name="T43" fmla="*/ 268 h 470"/>
                <a:gd name="T44" fmla="*/ 199 w 404"/>
                <a:gd name="T45" fmla="*/ 297 h 470"/>
                <a:gd name="T46" fmla="*/ 331 w 404"/>
                <a:gd name="T47" fmla="*/ 362 h 470"/>
                <a:gd name="T48" fmla="*/ 368 w 404"/>
                <a:gd name="T49" fmla="*/ 285 h 470"/>
                <a:gd name="T50" fmla="*/ 323 w 404"/>
                <a:gd name="T51" fmla="*/ 281 h 470"/>
                <a:gd name="T52" fmla="*/ 368 w 404"/>
                <a:gd name="T53" fmla="*/ 279 h 470"/>
                <a:gd name="T54" fmla="*/ 377 w 404"/>
                <a:gd name="T55" fmla="*/ 243 h 470"/>
                <a:gd name="T56" fmla="*/ 345 w 404"/>
                <a:gd name="T57" fmla="*/ 219 h 470"/>
                <a:gd name="T58" fmla="*/ 347 w 404"/>
                <a:gd name="T59" fmla="*/ 245 h 470"/>
                <a:gd name="T60" fmla="*/ 383 w 404"/>
                <a:gd name="T61" fmla="*/ 239 h 470"/>
                <a:gd name="T62" fmla="*/ 367 w 404"/>
                <a:gd name="T63" fmla="*/ 129 h 470"/>
                <a:gd name="T64" fmla="*/ 182 w 404"/>
                <a:gd name="T65" fmla="*/ 233 h 470"/>
                <a:gd name="T66" fmla="*/ 175 w 404"/>
                <a:gd name="T67" fmla="*/ 239 h 470"/>
                <a:gd name="T68" fmla="*/ 170 w 404"/>
                <a:gd name="T69" fmla="*/ 234 h 470"/>
                <a:gd name="T70" fmla="*/ 187 w 404"/>
                <a:gd name="T71" fmla="*/ 282 h 470"/>
                <a:gd name="T72" fmla="*/ 174 w 404"/>
                <a:gd name="T73" fmla="*/ 239 h 470"/>
                <a:gd name="T74" fmla="*/ 273 w 404"/>
                <a:gd name="T75" fmla="*/ 38 h 470"/>
                <a:gd name="T76" fmla="*/ 262 w 404"/>
                <a:gd name="T77" fmla="*/ 38 h 470"/>
                <a:gd name="T78" fmla="*/ 273 w 404"/>
                <a:gd name="T79" fmla="*/ 38 h 470"/>
                <a:gd name="T80" fmla="*/ 282 w 404"/>
                <a:gd name="T81" fmla="*/ 26 h 470"/>
                <a:gd name="T82" fmla="*/ 288 w 404"/>
                <a:gd name="T83" fmla="*/ 20 h 470"/>
                <a:gd name="T84" fmla="*/ 258 w 404"/>
                <a:gd name="T85" fmla="*/ 56 h 470"/>
                <a:gd name="T86" fmla="*/ 254 w 404"/>
                <a:gd name="T87" fmla="*/ 52 h 470"/>
                <a:gd name="T88" fmla="*/ 98 w 404"/>
                <a:gd name="T89" fmla="*/ 6 h 470"/>
                <a:gd name="T90" fmla="*/ 87 w 404"/>
                <a:gd name="T91" fmla="*/ 6 h 470"/>
                <a:gd name="T92" fmla="*/ 98 w 404"/>
                <a:gd name="T93" fmla="*/ 6 h 4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404" h="470">
                  <a:moveTo>
                    <a:pt x="159" y="338"/>
                  </a:moveTo>
                  <a:lnTo>
                    <a:pt x="159" y="338"/>
                  </a:lnTo>
                  <a:cubicBezTo>
                    <a:pt x="159" y="338"/>
                    <a:pt x="159" y="338"/>
                    <a:pt x="159" y="338"/>
                  </a:cubicBezTo>
                  <a:cubicBezTo>
                    <a:pt x="161" y="339"/>
                    <a:pt x="164" y="339"/>
                    <a:pt x="166" y="339"/>
                  </a:cubicBezTo>
                  <a:cubicBezTo>
                    <a:pt x="173" y="339"/>
                    <a:pt x="180" y="337"/>
                    <a:pt x="185" y="332"/>
                  </a:cubicBezTo>
                  <a:cubicBezTo>
                    <a:pt x="185" y="332"/>
                    <a:pt x="185" y="332"/>
                    <a:pt x="185" y="332"/>
                  </a:cubicBezTo>
                  <a:cubicBezTo>
                    <a:pt x="192" y="327"/>
                    <a:pt x="196" y="319"/>
                    <a:pt x="196" y="310"/>
                  </a:cubicBezTo>
                  <a:cubicBezTo>
                    <a:pt x="196" y="305"/>
                    <a:pt x="195" y="301"/>
                    <a:pt x="193" y="298"/>
                  </a:cubicBezTo>
                  <a:cubicBezTo>
                    <a:pt x="193" y="297"/>
                    <a:pt x="193" y="297"/>
                    <a:pt x="193" y="297"/>
                  </a:cubicBezTo>
                  <a:cubicBezTo>
                    <a:pt x="188" y="287"/>
                    <a:pt x="178" y="281"/>
                    <a:pt x="166" y="281"/>
                  </a:cubicBezTo>
                  <a:cubicBezTo>
                    <a:pt x="165" y="281"/>
                    <a:pt x="163" y="281"/>
                    <a:pt x="162" y="281"/>
                  </a:cubicBezTo>
                  <a:lnTo>
                    <a:pt x="161" y="281"/>
                  </a:lnTo>
                  <a:cubicBezTo>
                    <a:pt x="156" y="282"/>
                    <a:pt x="151" y="284"/>
                    <a:pt x="147" y="288"/>
                  </a:cubicBezTo>
                  <a:lnTo>
                    <a:pt x="147" y="288"/>
                  </a:lnTo>
                  <a:cubicBezTo>
                    <a:pt x="141" y="293"/>
                    <a:pt x="137" y="301"/>
                    <a:pt x="137" y="310"/>
                  </a:cubicBezTo>
                  <a:cubicBezTo>
                    <a:pt x="137" y="323"/>
                    <a:pt x="146" y="335"/>
                    <a:pt x="159" y="338"/>
                  </a:cubicBezTo>
                  <a:lnTo>
                    <a:pt x="159" y="338"/>
                  </a:lnTo>
                  <a:close/>
                  <a:moveTo>
                    <a:pt x="83" y="444"/>
                  </a:moveTo>
                  <a:lnTo>
                    <a:pt x="83" y="444"/>
                  </a:lnTo>
                  <a:cubicBezTo>
                    <a:pt x="91" y="441"/>
                    <a:pt x="99" y="438"/>
                    <a:pt x="106" y="433"/>
                  </a:cubicBezTo>
                  <a:cubicBezTo>
                    <a:pt x="106" y="433"/>
                    <a:pt x="106" y="433"/>
                    <a:pt x="107" y="433"/>
                  </a:cubicBezTo>
                  <a:cubicBezTo>
                    <a:pt x="113" y="429"/>
                    <a:pt x="119" y="424"/>
                    <a:pt x="124" y="419"/>
                  </a:cubicBezTo>
                  <a:cubicBezTo>
                    <a:pt x="124" y="419"/>
                    <a:pt x="124" y="419"/>
                    <a:pt x="124" y="419"/>
                  </a:cubicBezTo>
                  <a:cubicBezTo>
                    <a:pt x="149" y="394"/>
                    <a:pt x="156" y="361"/>
                    <a:pt x="155" y="343"/>
                  </a:cubicBezTo>
                  <a:cubicBezTo>
                    <a:pt x="150" y="341"/>
                    <a:pt x="144" y="338"/>
                    <a:pt x="140" y="333"/>
                  </a:cubicBezTo>
                  <a:cubicBezTo>
                    <a:pt x="143" y="366"/>
                    <a:pt x="133" y="405"/>
                    <a:pt x="86" y="429"/>
                  </a:cubicBezTo>
                  <a:cubicBezTo>
                    <a:pt x="85" y="429"/>
                    <a:pt x="85" y="429"/>
                    <a:pt x="84" y="429"/>
                  </a:cubicBezTo>
                  <a:cubicBezTo>
                    <a:pt x="84" y="429"/>
                    <a:pt x="83" y="429"/>
                    <a:pt x="83" y="429"/>
                  </a:cubicBezTo>
                  <a:cubicBezTo>
                    <a:pt x="75" y="426"/>
                    <a:pt x="66" y="422"/>
                    <a:pt x="59" y="417"/>
                  </a:cubicBezTo>
                  <a:cubicBezTo>
                    <a:pt x="58" y="416"/>
                    <a:pt x="58" y="416"/>
                    <a:pt x="57" y="416"/>
                  </a:cubicBezTo>
                  <a:cubicBezTo>
                    <a:pt x="51" y="411"/>
                    <a:pt x="45" y="405"/>
                    <a:pt x="41" y="398"/>
                  </a:cubicBezTo>
                  <a:cubicBezTo>
                    <a:pt x="41" y="397"/>
                    <a:pt x="41" y="397"/>
                    <a:pt x="40" y="397"/>
                  </a:cubicBezTo>
                  <a:cubicBezTo>
                    <a:pt x="31" y="381"/>
                    <a:pt x="33" y="361"/>
                    <a:pt x="59" y="345"/>
                  </a:cubicBezTo>
                  <a:cubicBezTo>
                    <a:pt x="58" y="341"/>
                    <a:pt x="56" y="337"/>
                    <a:pt x="54" y="333"/>
                  </a:cubicBezTo>
                  <a:cubicBezTo>
                    <a:pt x="0" y="370"/>
                    <a:pt x="22" y="416"/>
                    <a:pt x="83" y="444"/>
                  </a:cubicBezTo>
                  <a:lnTo>
                    <a:pt x="83" y="444"/>
                  </a:lnTo>
                  <a:close/>
                  <a:moveTo>
                    <a:pt x="108" y="438"/>
                  </a:moveTo>
                  <a:lnTo>
                    <a:pt x="108" y="438"/>
                  </a:lnTo>
                  <a:cubicBezTo>
                    <a:pt x="103" y="442"/>
                    <a:pt x="97" y="445"/>
                    <a:pt x="90" y="448"/>
                  </a:cubicBezTo>
                  <a:cubicBezTo>
                    <a:pt x="122" y="461"/>
                    <a:pt x="164" y="470"/>
                    <a:pt x="208" y="469"/>
                  </a:cubicBezTo>
                  <a:cubicBezTo>
                    <a:pt x="182" y="459"/>
                    <a:pt x="133" y="443"/>
                    <a:pt x="108" y="438"/>
                  </a:cubicBezTo>
                  <a:lnTo>
                    <a:pt x="108" y="438"/>
                  </a:lnTo>
                  <a:close/>
                  <a:moveTo>
                    <a:pt x="127" y="424"/>
                  </a:moveTo>
                  <a:lnTo>
                    <a:pt x="127" y="424"/>
                  </a:lnTo>
                  <a:cubicBezTo>
                    <a:pt x="123" y="428"/>
                    <a:pt x="119" y="431"/>
                    <a:pt x="115" y="434"/>
                  </a:cubicBezTo>
                  <a:cubicBezTo>
                    <a:pt x="146" y="441"/>
                    <a:pt x="202" y="459"/>
                    <a:pt x="222" y="468"/>
                  </a:cubicBezTo>
                  <a:cubicBezTo>
                    <a:pt x="234" y="468"/>
                    <a:pt x="246" y="466"/>
                    <a:pt x="258" y="464"/>
                  </a:cubicBezTo>
                  <a:cubicBezTo>
                    <a:pt x="224" y="453"/>
                    <a:pt x="157" y="432"/>
                    <a:pt x="127" y="424"/>
                  </a:cubicBezTo>
                  <a:lnTo>
                    <a:pt x="127" y="424"/>
                  </a:lnTo>
                  <a:close/>
                  <a:moveTo>
                    <a:pt x="161" y="344"/>
                  </a:moveTo>
                  <a:lnTo>
                    <a:pt x="161" y="344"/>
                  </a:lnTo>
                  <a:cubicBezTo>
                    <a:pt x="161" y="363"/>
                    <a:pt x="154" y="395"/>
                    <a:pt x="131" y="420"/>
                  </a:cubicBezTo>
                  <a:cubicBezTo>
                    <a:pt x="166" y="428"/>
                    <a:pt x="241" y="452"/>
                    <a:pt x="269" y="462"/>
                  </a:cubicBezTo>
                  <a:cubicBezTo>
                    <a:pt x="273" y="461"/>
                    <a:pt x="277" y="460"/>
                    <a:pt x="280" y="459"/>
                  </a:cubicBezTo>
                  <a:cubicBezTo>
                    <a:pt x="276" y="437"/>
                    <a:pt x="276" y="405"/>
                    <a:pt x="287" y="370"/>
                  </a:cubicBezTo>
                  <a:cubicBezTo>
                    <a:pt x="256" y="368"/>
                    <a:pt x="220" y="358"/>
                    <a:pt x="187" y="338"/>
                  </a:cubicBezTo>
                  <a:cubicBezTo>
                    <a:pt x="181" y="342"/>
                    <a:pt x="174" y="345"/>
                    <a:pt x="166" y="345"/>
                  </a:cubicBezTo>
                  <a:cubicBezTo>
                    <a:pt x="164" y="345"/>
                    <a:pt x="163" y="345"/>
                    <a:pt x="161" y="344"/>
                  </a:cubicBezTo>
                  <a:lnTo>
                    <a:pt x="161" y="344"/>
                  </a:lnTo>
                  <a:close/>
                  <a:moveTo>
                    <a:pt x="161" y="268"/>
                  </a:moveTo>
                  <a:lnTo>
                    <a:pt x="161" y="268"/>
                  </a:lnTo>
                  <a:cubicBezTo>
                    <a:pt x="161" y="271"/>
                    <a:pt x="162" y="273"/>
                    <a:pt x="163" y="275"/>
                  </a:cubicBezTo>
                  <a:cubicBezTo>
                    <a:pt x="164" y="275"/>
                    <a:pt x="165" y="275"/>
                    <a:pt x="166" y="275"/>
                  </a:cubicBezTo>
                  <a:cubicBezTo>
                    <a:pt x="172" y="275"/>
                    <a:pt x="177" y="276"/>
                    <a:pt x="182" y="279"/>
                  </a:cubicBezTo>
                  <a:cubicBezTo>
                    <a:pt x="185" y="263"/>
                    <a:pt x="170" y="257"/>
                    <a:pt x="161" y="268"/>
                  </a:cubicBezTo>
                  <a:lnTo>
                    <a:pt x="161" y="268"/>
                  </a:lnTo>
                  <a:close/>
                  <a:moveTo>
                    <a:pt x="181" y="240"/>
                  </a:moveTo>
                  <a:lnTo>
                    <a:pt x="181" y="240"/>
                  </a:lnTo>
                  <a:cubicBezTo>
                    <a:pt x="206" y="246"/>
                    <a:pt x="214" y="278"/>
                    <a:pt x="199" y="297"/>
                  </a:cubicBezTo>
                  <a:cubicBezTo>
                    <a:pt x="200" y="301"/>
                    <a:pt x="201" y="305"/>
                    <a:pt x="201" y="310"/>
                  </a:cubicBezTo>
                  <a:cubicBezTo>
                    <a:pt x="201" y="319"/>
                    <a:pt x="197" y="328"/>
                    <a:pt x="191" y="334"/>
                  </a:cubicBezTo>
                  <a:cubicBezTo>
                    <a:pt x="240" y="364"/>
                    <a:pt x="295" y="369"/>
                    <a:pt x="331" y="362"/>
                  </a:cubicBezTo>
                  <a:cubicBezTo>
                    <a:pt x="369" y="354"/>
                    <a:pt x="382" y="333"/>
                    <a:pt x="359" y="312"/>
                  </a:cubicBezTo>
                  <a:cubicBezTo>
                    <a:pt x="354" y="308"/>
                    <a:pt x="366" y="297"/>
                    <a:pt x="374" y="296"/>
                  </a:cubicBezTo>
                  <a:cubicBezTo>
                    <a:pt x="375" y="291"/>
                    <a:pt x="373" y="287"/>
                    <a:pt x="368" y="285"/>
                  </a:cubicBezTo>
                  <a:cubicBezTo>
                    <a:pt x="357" y="284"/>
                    <a:pt x="338" y="290"/>
                    <a:pt x="325" y="293"/>
                  </a:cubicBezTo>
                  <a:cubicBezTo>
                    <a:pt x="325" y="295"/>
                    <a:pt x="321" y="296"/>
                    <a:pt x="320" y="293"/>
                  </a:cubicBezTo>
                  <a:cubicBezTo>
                    <a:pt x="319" y="289"/>
                    <a:pt x="322" y="283"/>
                    <a:pt x="323" y="281"/>
                  </a:cubicBezTo>
                  <a:cubicBezTo>
                    <a:pt x="325" y="277"/>
                    <a:pt x="329" y="280"/>
                    <a:pt x="328" y="283"/>
                  </a:cubicBezTo>
                  <a:cubicBezTo>
                    <a:pt x="327" y="284"/>
                    <a:pt x="327" y="285"/>
                    <a:pt x="326" y="287"/>
                  </a:cubicBezTo>
                  <a:cubicBezTo>
                    <a:pt x="339" y="284"/>
                    <a:pt x="356" y="278"/>
                    <a:pt x="368" y="279"/>
                  </a:cubicBezTo>
                  <a:cubicBezTo>
                    <a:pt x="371" y="277"/>
                    <a:pt x="379" y="271"/>
                    <a:pt x="378" y="267"/>
                  </a:cubicBezTo>
                  <a:cubicBezTo>
                    <a:pt x="377" y="266"/>
                    <a:pt x="376" y="265"/>
                    <a:pt x="375" y="263"/>
                  </a:cubicBezTo>
                  <a:cubicBezTo>
                    <a:pt x="369" y="255"/>
                    <a:pt x="371" y="249"/>
                    <a:pt x="377" y="243"/>
                  </a:cubicBezTo>
                  <a:cubicBezTo>
                    <a:pt x="367" y="242"/>
                    <a:pt x="355" y="243"/>
                    <a:pt x="349" y="250"/>
                  </a:cubicBezTo>
                  <a:cubicBezTo>
                    <a:pt x="345" y="255"/>
                    <a:pt x="338" y="243"/>
                    <a:pt x="338" y="242"/>
                  </a:cubicBezTo>
                  <a:cubicBezTo>
                    <a:pt x="335" y="236"/>
                    <a:pt x="335" y="228"/>
                    <a:pt x="345" y="219"/>
                  </a:cubicBezTo>
                  <a:cubicBezTo>
                    <a:pt x="347" y="216"/>
                    <a:pt x="351" y="221"/>
                    <a:pt x="349" y="223"/>
                  </a:cubicBezTo>
                  <a:cubicBezTo>
                    <a:pt x="341" y="230"/>
                    <a:pt x="339" y="237"/>
                    <a:pt x="346" y="244"/>
                  </a:cubicBezTo>
                  <a:lnTo>
                    <a:pt x="347" y="245"/>
                  </a:lnTo>
                  <a:cubicBezTo>
                    <a:pt x="357" y="237"/>
                    <a:pt x="371" y="236"/>
                    <a:pt x="383" y="239"/>
                  </a:cubicBezTo>
                  <a:lnTo>
                    <a:pt x="383" y="239"/>
                  </a:lnTo>
                  <a:lnTo>
                    <a:pt x="383" y="239"/>
                  </a:lnTo>
                  <a:cubicBezTo>
                    <a:pt x="404" y="237"/>
                    <a:pt x="403" y="229"/>
                    <a:pt x="397" y="213"/>
                  </a:cubicBezTo>
                  <a:cubicBezTo>
                    <a:pt x="395" y="207"/>
                    <a:pt x="392" y="200"/>
                    <a:pt x="389" y="191"/>
                  </a:cubicBezTo>
                  <a:cubicBezTo>
                    <a:pt x="384" y="180"/>
                    <a:pt x="376" y="155"/>
                    <a:pt x="367" y="129"/>
                  </a:cubicBezTo>
                  <a:cubicBezTo>
                    <a:pt x="343" y="119"/>
                    <a:pt x="308" y="125"/>
                    <a:pt x="282" y="137"/>
                  </a:cubicBezTo>
                  <a:cubicBezTo>
                    <a:pt x="275" y="147"/>
                    <a:pt x="266" y="156"/>
                    <a:pt x="252" y="165"/>
                  </a:cubicBezTo>
                  <a:cubicBezTo>
                    <a:pt x="246" y="202"/>
                    <a:pt x="216" y="229"/>
                    <a:pt x="182" y="233"/>
                  </a:cubicBezTo>
                  <a:lnTo>
                    <a:pt x="181" y="240"/>
                  </a:lnTo>
                  <a:lnTo>
                    <a:pt x="181" y="240"/>
                  </a:lnTo>
                  <a:close/>
                  <a:moveTo>
                    <a:pt x="175" y="239"/>
                  </a:moveTo>
                  <a:lnTo>
                    <a:pt x="175" y="239"/>
                  </a:lnTo>
                  <a:lnTo>
                    <a:pt x="176" y="234"/>
                  </a:lnTo>
                  <a:cubicBezTo>
                    <a:pt x="174" y="234"/>
                    <a:pt x="172" y="234"/>
                    <a:pt x="170" y="234"/>
                  </a:cubicBezTo>
                  <a:cubicBezTo>
                    <a:pt x="166" y="239"/>
                    <a:pt x="162" y="244"/>
                    <a:pt x="158" y="249"/>
                  </a:cubicBezTo>
                  <a:cubicBezTo>
                    <a:pt x="158" y="253"/>
                    <a:pt x="158" y="258"/>
                    <a:pt x="159" y="261"/>
                  </a:cubicBezTo>
                  <a:cubicBezTo>
                    <a:pt x="171" y="252"/>
                    <a:pt x="194" y="258"/>
                    <a:pt x="187" y="282"/>
                  </a:cubicBezTo>
                  <a:cubicBezTo>
                    <a:pt x="190" y="284"/>
                    <a:pt x="193" y="287"/>
                    <a:pt x="196" y="291"/>
                  </a:cubicBezTo>
                  <a:cubicBezTo>
                    <a:pt x="208" y="274"/>
                    <a:pt x="198" y="245"/>
                    <a:pt x="173" y="245"/>
                  </a:cubicBezTo>
                  <a:cubicBezTo>
                    <a:pt x="170" y="244"/>
                    <a:pt x="170" y="239"/>
                    <a:pt x="174" y="239"/>
                  </a:cubicBezTo>
                  <a:cubicBezTo>
                    <a:pt x="174" y="239"/>
                    <a:pt x="175" y="239"/>
                    <a:pt x="175" y="239"/>
                  </a:cubicBezTo>
                  <a:lnTo>
                    <a:pt x="175" y="239"/>
                  </a:lnTo>
                  <a:close/>
                  <a:moveTo>
                    <a:pt x="273" y="38"/>
                  </a:moveTo>
                  <a:lnTo>
                    <a:pt x="273" y="38"/>
                  </a:lnTo>
                  <a:cubicBezTo>
                    <a:pt x="273" y="41"/>
                    <a:pt x="270" y="43"/>
                    <a:pt x="268" y="43"/>
                  </a:cubicBezTo>
                  <a:cubicBezTo>
                    <a:pt x="265" y="43"/>
                    <a:pt x="262" y="41"/>
                    <a:pt x="262" y="38"/>
                  </a:cubicBezTo>
                  <a:cubicBezTo>
                    <a:pt x="262" y="35"/>
                    <a:pt x="265" y="33"/>
                    <a:pt x="268" y="33"/>
                  </a:cubicBezTo>
                  <a:cubicBezTo>
                    <a:pt x="270" y="33"/>
                    <a:pt x="273" y="35"/>
                    <a:pt x="273" y="38"/>
                  </a:cubicBezTo>
                  <a:lnTo>
                    <a:pt x="273" y="38"/>
                  </a:lnTo>
                  <a:close/>
                  <a:moveTo>
                    <a:pt x="288" y="20"/>
                  </a:moveTo>
                  <a:lnTo>
                    <a:pt x="288" y="20"/>
                  </a:lnTo>
                  <a:cubicBezTo>
                    <a:pt x="288" y="24"/>
                    <a:pt x="285" y="26"/>
                    <a:pt x="282" y="26"/>
                  </a:cubicBezTo>
                  <a:cubicBezTo>
                    <a:pt x="279" y="26"/>
                    <a:pt x="276" y="24"/>
                    <a:pt x="276" y="20"/>
                  </a:cubicBezTo>
                  <a:cubicBezTo>
                    <a:pt x="276" y="17"/>
                    <a:pt x="279" y="15"/>
                    <a:pt x="282" y="15"/>
                  </a:cubicBezTo>
                  <a:cubicBezTo>
                    <a:pt x="285" y="15"/>
                    <a:pt x="288" y="17"/>
                    <a:pt x="288" y="20"/>
                  </a:cubicBezTo>
                  <a:lnTo>
                    <a:pt x="288" y="20"/>
                  </a:lnTo>
                  <a:close/>
                  <a:moveTo>
                    <a:pt x="258" y="56"/>
                  </a:moveTo>
                  <a:lnTo>
                    <a:pt x="258" y="56"/>
                  </a:lnTo>
                  <a:cubicBezTo>
                    <a:pt x="258" y="59"/>
                    <a:pt x="256" y="61"/>
                    <a:pt x="254" y="61"/>
                  </a:cubicBezTo>
                  <a:cubicBezTo>
                    <a:pt x="251" y="61"/>
                    <a:pt x="249" y="59"/>
                    <a:pt x="249" y="56"/>
                  </a:cubicBezTo>
                  <a:cubicBezTo>
                    <a:pt x="249" y="54"/>
                    <a:pt x="251" y="52"/>
                    <a:pt x="254" y="52"/>
                  </a:cubicBezTo>
                  <a:cubicBezTo>
                    <a:pt x="256" y="52"/>
                    <a:pt x="258" y="54"/>
                    <a:pt x="258" y="56"/>
                  </a:cubicBezTo>
                  <a:lnTo>
                    <a:pt x="258" y="56"/>
                  </a:lnTo>
                  <a:close/>
                  <a:moveTo>
                    <a:pt x="98" y="6"/>
                  </a:moveTo>
                  <a:lnTo>
                    <a:pt x="98" y="6"/>
                  </a:lnTo>
                  <a:cubicBezTo>
                    <a:pt x="98" y="9"/>
                    <a:pt x="95" y="12"/>
                    <a:pt x="92" y="12"/>
                  </a:cubicBezTo>
                  <a:cubicBezTo>
                    <a:pt x="89" y="12"/>
                    <a:pt x="87" y="9"/>
                    <a:pt x="87" y="6"/>
                  </a:cubicBezTo>
                  <a:cubicBezTo>
                    <a:pt x="87" y="3"/>
                    <a:pt x="89" y="0"/>
                    <a:pt x="92" y="0"/>
                  </a:cubicBezTo>
                  <a:cubicBezTo>
                    <a:pt x="95" y="0"/>
                    <a:pt x="98" y="3"/>
                    <a:pt x="98" y="6"/>
                  </a:cubicBezTo>
                  <a:lnTo>
                    <a:pt x="98" y="6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4638EAF1-DC81-698A-E2F9-ED824E3D31D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7816850" y="631825"/>
              <a:ext cx="188913" cy="146050"/>
            </a:xfrm>
            <a:custGeom>
              <a:avLst/>
              <a:gdLst>
                <a:gd name="T0" fmla="*/ 15 w 232"/>
                <a:gd name="T1" fmla="*/ 172 h 178"/>
                <a:gd name="T2" fmla="*/ 15 w 232"/>
                <a:gd name="T3" fmla="*/ 172 h 178"/>
                <a:gd name="T4" fmla="*/ 25 w 232"/>
                <a:gd name="T5" fmla="*/ 162 h 178"/>
                <a:gd name="T6" fmla="*/ 15 w 232"/>
                <a:gd name="T7" fmla="*/ 152 h 178"/>
                <a:gd name="T8" fmla="*/ 5 w 232"/>
                <a:gd name="T9" fmla="*/ 162 h 178"/>
                <a:gd name="T10" fmla="*/ 15 w 232"/>
                <a:gd name="T11" fmla="*/ 172 h 178"/>
                <a:gd name="T12" fmla="*/ 15 w 232"/>
                <a:gd name="T13" fmla="*/ 172 h 178"/>
                <a:gd name="T14" fmla="*/ 15 w 232"/>
                <a:gd name="T15" fmla="*/ 178 h 178"/>
                <a:gd name="T16" fmla="*/ 15 w 232"/>
                <a:gd name="T17" fmla="*/ 178 h 178"/>
                <a:gd name="T18" fmla="*/ 0 w 232"/>
                <a:gd name="T19" fmla="*/ 162 h 178"/>
                <a:gd name="T20" fmla="*/ 15 w 232"/>
                <a:gd name="T21" fmla="*/ 146 h 178"/>
                <a:gd name="T22" fmla="*/ 31 w 232"/>
                <a:gd name="T23" fmla="*/ 162 h 178"/>
                <a:gd name="T24" fmla="*/ 15 w 232"/>
                <a:gd name="T25" fmla="*/ 178 h 178"/>
                <a:gd name="T26" fmla="*/ 15 w 232"/>
                <a:gd name="T27" fmla="*/ 178 h 178"/>
                <a:gd name="T28" fmla="*/ 232 w 232"/>
                <a:gd name="T29" fmla="*/ 91 h 178"/>
                <a:gd name="T30" fmla="*/ 232 w 232"/>
                <a:gd name="T31" fmla="*/ 91 h 178"/>
                <a:gd name="T32" fmla="*/ 232 w 232"/>
                <a:gd name="T33" fmla="*/ 91 h 178"/>
                <a:gd name="T34" fmla="*/ 232 w 232"/>
                <a:gd name="T35" fmla="*/ 91 h 178"/>
                <a:gd name="T36" fmla="*/ 232 w 232"/>
                <a:gd name="T37" fmla="*/ 91 h 178"/>
                <a:gd name="T38" fmla="*/ 232 w 232"/>
                <a:gd name="T39" fmla="*/ 91 h 178"/>
                <a:gd name="T40" fmla="*/ 149 w 232"/>
                <a:gd name="T41" fmla="*/ 27 h 178"/>
                <a:gd name="T42" fmla="*/ 149 w 232"/>
                <a:gd name="T43" fmla="*/ 27 h 178"/>
                <a:gd name="T44" fmla="*/ 147 w 232"/>
                <a:gd name="T45" fmla="*/ 11 h 178"/>
                <a:gd name="T46" fmla="*/ 124 w 232"/>
                <a:gd name="T47" fmla="*/ 23 h 178"/>
                <a:gd name="T48" fmla="*/ 135 w 232"/>
                <a:gd name="T49" fmla="*/ 26 h 178"/>
                <a:gd name="T50" fmla="*/ 149 w 232"/>
                <a:gd name="T51" fmla="*/ 27 h 178"/>
                <a:gd name="T52" fmla="*/ 149 w 232"/>
                <a:gd name="T53" fmla="*/ 27 h 178"/>
                <a:gd name="T54" fmla="*/ 153 w 232"/>
                <a:gd name="T55" fmla="*/ 9 h 178"/>
                <a:gd name="T56" fmla="*/ 153 w 232"/>
                <a:gd name="T57" fmla="*/ 9 h 178"/>
                <a:gd name="T58" fmla="*/ 155 w 232"/>
                <a:gd name="T59" fmla="*/ 28 h 178"/>
                <a:gd name="T60" fmla="*/ 166 w 232"/>
                <a:gd name="T61" fmla="*/ 27 h 178"/>
                <a:gd name="T62" fmla="*/ 163 w 232"/>
                <a:gd name="T63" fmla="*/ 17 h 178"/>
                <a:gd name="T64" fmla="*/ 164 w 232"/>
                <a:gd name="T65" fmla="*/ 7 h 178"/>
                <a:gd name="T66" fmla="*/ 153 w 232"/>
                <a:gd name="T67" fmla="*/ 9 h 178"/>
                <a:gd name="T68" fmla="*/ 153 w 232"/>
                <a:gd name="T69" fmla="*/ 9 h 178"/>
                <a:gd name="T70" fmla="*/ 177 w 232"/>
                <a:gd name="T71" fmla="*/ 1 h 178"/>
                <a:gd name="T72" fmla="*/ 177 w 232"/>
                <a:gd name="T73" fmla="*/ 1 h 178"/>
                <a:gd name="T74" fmla="*/ 187 w 232"/>
                <a:gd name="T75" fmla="*/ 1 h 178"/>
                <a:gd name="T76" fmla="*/ 190 w 232"/>
                <a:gd name="T77" fmla="*/ 4 h 178"/>
                <a:gd name="T78" fmla="*/ 182 w 232"/>
                <a:gd name="T79" fmla="*/ 10 h 178"/>
                <a:gd name="T80" fmla="*/ 183 w 232"/>
                <a:gd name="T81" fmla="*/ 15 h 178"/>
                <a:gd name="T82" fmla="*/ 175 w 232"/>
                <a:gd name="T83" fmla="*/ 32 h 178"/>
                <a:gd name="T84" fmla="*/ 175 w 232"/>
                <a:gd name="T85" fmla="*/ 32 h 178"/>
                <a:gd name="T86" fmla="*/ 154 w 232"/>
                <a:gd name="T87" fmla="*/ 33 h 178"/>
                <a:gd name="T88" fmla="*/ 152 w 232"/>
                <a:gd name="T89" fmla="*/ 33 h 178"/>
                <a:gd name="T90" fmla="*/ 119 w 232"/>
                <a:gd name="T91" fmla="*/ 27 h 178"/>
                <a:gd name="T92" fmla="*/ 119 w 232"/>
                <a:gd name="T93" fmla="*/ 27 h 178"/>
                <a:gd name="T94" fmla="*/ 114 w 232"/>
                <a:gd name="T95" fmla="*/ 24 h 178"/>
                <a:gd name="T96" fmla="*/ 116 w 232"/>
                <a:gd name="T97" fmla="*/ 22 h 178"/>
                <a:gd name="T98" fmla="*/ 117 w 232"/>
                <a:gd name="T99" fmla="*/ 21 h 178"/>
                <a:gd name="T100" fmla="*/ 177 w 232"/>
                <a:gd name="T101" fmla="*/ 1 h 178"/>
                <a:gd name="T102" fmla="*/ 177 w 232"/>
                <a:gd name="T103" fmla="*/ 1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32" h="178">
                  <a:moveTo>
                    <a:pt x="15" y="172"/>
                  </a:moveTo>
                  <a:lnTo>
                    <a:pt x="15" y="172"/>
                  </a:lnTo>
                  <a:cubicBezTo>
                    <a:pt x="21" y="172"/>
                    <a:pt x="25" y="167"/>
                    <a:pt x="25" y="162"/>
                  </a:cubicBezTo>
                  <a:cubicBezTo>
                    <a:pt x="25" y="156"/>
                    <a:pt x="21" y="152"/>
                    <a:pt x="15" y="152"/>
                  </a:cubicBezTo>
                  <a:cubicBezTo>
                    <a:pt x="10" y="152"/>
                    <a:pt x="5" y="156"/>
                    <a:pt x="5" y="162"/>
                  </a:cubicBezTo>
                  <a:cubicBezTo>
                    <a:pt x="5" y="167"/>
                    <a:pt x="10" y="172"/>
                    <a:pt x="15" y="172"/>
                  </a:cubicBezTo>
                  <a:lnTo>
                    <a:pt x="15" y="172"/>
                  </a:lnTo>
                  <a:close/>
                  <a:moveTo>
                    <a:pt x="15" y="178"/>
                  </a:moveTo>
                  <a:lnTo>
                    <a:pt x="15" y="178"/>
                  </a:lnTo>
                  <a:cubicBezTo>
                    <a:pt x="7" y="178"/>
                    <a:pt x="0" y="170"/>
                    <a:pt x="0" y="162"/>
                  </a:cubicBezTo>
                  <a:cubicBezTo>
                    <a:pt x="0" y="153"/>
                    <a:pt x="7" y="146"/>
                    <a:pt x="15" y="146"/>
                  </a:cubicBezTo>
                  <a:cubicBezTo>
                    <a:pt x="24" y="146"/>
                    <a:pt x="31" y="153"/>
                    <a:pt x="31" y="162"/>
                  </a:cubicBezTo>
                  <a:cubicBezTo>
                    <a:pt x="31" y="170"/>
                    <a:pt x="24" y="178"/>
                    <a:pt x="15" y="178"/>
                  </a:cubicBezTo>
                  <a:lnTo>
                    <a:pt x="15" y="178"/>
                  </a:lnTo>
                  <a:close/>
                  <a:moveTo>
                    <a:pt x="232" y="91"/>
                  </a:moveTo>
                  <a:lnTo>
                    <a:pt x="232" y="91"/>
                  </a:lnTo>
                  <a:cubicBezTo>
                    <a:pt x="232" y="91"/>
                    <a:pt x="232" y="91"/>
                    <a:pt x="232" y="91"/>
                  </a:cubicBezTo>
                  <a:lnTo>
                    <a:pt x="232" y="91"/>
                  </a:lnTo>
                  <a:lnTo>
                    <a:pt x="232" y="91"/>
                  </a:lnTo>
                  <a:lnTo>
                    <a:pt x="232" y="91"/>
                  </a:lnTo>
                  <a:close/>
                  <a:moveTo>
                    <a:pt x="149" y="27"/>
                  </a:moveTo>
                  <a:lnTo>
                    <a:pt x="149" y="27"/>
                  </a:lnTo>
                  <a:cubicBezTo>
                    <a:pt x="147" y="23"/>
                    <a:pt x="147" y="17"/>
                    <a:pt x="147" y="11"/>
                  </a:cubicBezTo>
                  <a:cubicBezTo>
                    <a:pt x="139" y="13"/>
                    <a:pt x="131" y="17"/>
                    <a:pt x="124" y="23"/>
                  </a:cubicBezTo>
                  <a:cubicBezTo>
                    <a:pt x="126" y="23"/>
                    <a:pt x="130" y="25"/>
                    <a:pt x="135" y="26"/>
                  </a:cubicBezTo>
                  <a:cubicBezTo>
                    <a:pt x="139" y="26"/>
                    <a:pt x="144" y="27"/>
                    <a:pt x="149" y="27"/>
                  </a:cubicBezTo>
                  <a:lnTo>
                    <a:pt x="149" y="27"/>
                  </a:lnTo>
                  <a:close/>
                  <a:moveTo>
                    <a:pt x="153" y="9"/>
                  </a:moveTo>
                  <a:lnTo>
                    <a:pt x="153" y="9"/>
                  </a:lnTo>
                  <a:cubicBezTo>
                    <a:pt x="152" y="17"/>
                    <a:pt x="153" y="23"/>
                    <a:pt x="155" y="28"/>
                  </a:cubicBezTo>
                  <a:cubicBezTo>
                    <a:pt x="159" y="28"/>
                    <a:pt x="162" y="27"/>
                    <a:pt x="166" y="27"/>
                  </a:cubicBezTo>
                  <a:cubicBezTo>
                    <a:pt x="164" y="25"/>
                    <a:pt x="163" y="21"/>
                    <a:pt x="163" y="17"/>
                  </a:cubicBezTo>
                  <a:cubicBezTo>
                    <a:pt x="163" y="14"/>
                    <a:pt x="163" y="10"/>
                    <a:pt x="164" y="7"/>
                  </a:cubicBezTo>
                  <a:cubicBezTo>
                    <a:pt x="161" y="8"/>
                    <a:pt x="157" y="8"/>
                    <a:pt x="153" y="9"/>
                  </a:cubicBezTo>
                  <a:lnTo>
                    <a:pt x="153" y="9"/>
                  </a:lnTo>
                  <a:close/>
                  <a:moveTo>
                    <a:pt x="177" y="1"/>
                  </a:moveTo>
                  <a:lnTo>
                    <a:pt x="177" y="1"/>
                  </a:lnTo>
                  <a:cubicBezTo>
                    <a:pt x="180" y="1"/>
                    <a:pt x="184" y="0"/>
                    <a:pt x="187" y="1"/>
                  </a:cubicBezTo>
                  <a:cubicBezTo>
                    <a:pt x="189" y="1"/>
                    <a:pt x="190" y="3"/>
                    <a:pt x="190" y="4"/>
                  </a:cubicBezTo>
                  <a:cubicBezTo>
                    <a:pt x="190" y="7"/>
                    <a:pt x="185" y="9"/>
                    <a:pt x="182" y="10"/>
                  </a:cubicBezTo>
                  <a:cubicBezTo>
                    <a:pt x="182" y="12"/>
                    <a:pt x="183" y="14"/>
                    <a:pt x="183" y="15"/>
                  </a:cubicBezTo>
                  <a:cubicBezTo>
                    <a:pt x="184" y="23"/>
                    <a:pt x="180" y="30"/>
                    <a:pt x="175" y="32"/>
                  </a:cubicBezTo>
                  <a:cubicBezTo>
                    <a:pt x="175" y="32"/>
                    <a:pt x="175" y="32"/>
                    <a:pt x="175" y="32"/>
                  </a:cubicBezTo>
                  <a:cubicBezTo>
                    <a:pt x="168" y="33"/>
                    <a:pt x="161" y="33"/>
                    <a:pt x="154" y="33"/>
                  </a:cubicBezTo>
                  <a:cubicBezTo>
                    <a:pt x="153" y="33"/>
                    <a:pt x="153" y="33"/>
                    <a:pt x="152" y="33"/>
                  </a:cubicBezTo>
                  <a:cubicBezTo>
                    <a:pt x="141" y="33"/>
                    <a:pt x="129" y="31"/>
                    <a:pt x="119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6" y="30"/>
                    <a:pt x="112" y="27"/>
                    <a:pt x="114" y="24"/>
                  </a:cubicBezTo>
                  <a:cubicBezTo>
                    <a:pt x="114" y="24"/>
                    <a:pt x="115" y="23"/>
                    <a:pt x="116" y="22"/>
                  </a:cubicBezTo>
                  <a:cubicBezTo>
                    <a:pt x="116" y="22"/>
                    <a:pt x="117" y="21"/>
                    <a:pt x="117" y="21"/>
                  </a:cubicBezTo>
                  <a:cubicBezTo>
                    <a:pt x="123" y="15"/>
                    <a:pt x="142" y="1"/>
                    <a:pt x="177" y="1"/>
                  </a:cubicBezTo>
                  <a:lnTo>
                    <a:pt x="177" y="1"/>
                  </a:lnTo>
                  <a:close/>
                </a:path>
              </a:pathLst>
            </a:custGeom>
            <a:noFill/>
            <a:ln w="1588" cap="flat">
              <a:noFill/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7FD520B6-32AC-A196-05E4-28829C4F09C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123238" y="455613"/>
              <a:ext cx="800100" cy="385762"/>
            </a:xfrm>
            <a:custGeom>
              <a:avLst/>
              <a:gdLst>
                <a:gd name="T0" fmla="*/ 44 w 986"/>
                <a:gd name="T1" fmla="*/ 12 h 469"/>
                <a:gd name="T2" fmla="*/ 100 w 986"/>
                <a:gd name="T3" fmla="*/ 110 h 469"/>
                <a:gd name="T4" fmla="*/ 112 w 986"/>
                <a:gd name="T5" fmla="*/ 49 h 469"/>
                <a:gd name="T6" fmla="*/ 238 w 986"/>
                <a:gd name="T7" fmla="*/ 9 h 469"/>
                <a:gd name="T8" fmla="*/ 265 w 986"/>
                <a:gd name="T9" fmla="*/ 94 h 469"/>
                <a:gd name="T10" fmla="*/ 297 w 986"/>
                <a:gd name="T11" fmla="*/ 110 h 469"/>
                <a:gd name="T12" fmla="*/ 368 w 986"/>
                <a:gd name="T13" fmla="*/ 2 h 469"/>
                <a:gd name="T14" fmla="*/ 431 w 986"/>
                <a:gd name="T15" fmla="*/ 0 h 469"/>
                <a:gd name="T16" fmla="*/ 506 w 986"/>
                <a:gd name="T17" fmla="*/ 2 h 469"/>
                <a:gd name="T18" fmla="*/ 562 w 986"/>
                <a:gd name="T19" fmla="*/ 110 h 469"/>
                <a:gd name="T20" fmla="*/ 595 w 986"/>
                <a:gd name="T21" fmla="*/ 104 h 469"/>
                <a:gd name="T22" fmla="*/ 653 w 986"/>
                <a:gd name="T23" fmla="*/ 16 h 469"/>
                <a:gd name="T24" fmla="*/ 623 w 986"/>
                <a:gd name="T25" fmla="*/ 103 h 469"/>
                <a:gd name="T26" fmla="*/ 741 w 986"/>
                <a:gd name="T27" fmla="*/ 112 h 469"/>
                <a:gd name="T28" fmla="*/ 805 w 986"/>
                <a:gd name="T29" fmla="*/ 2 h 469"/>
                <a:gd name="T30" fmla="*/ 887 w 986"/>
                <a:gd name="T31" fmla="*/ 110 h 469"/>
                <a:gd name="T32" fmla="*/ 805 w 986"/>
                <a:gd name="T33" fmla="*/ 2 h 469"/>
                <a:gd name="T34" fmla="*/ 938 w 986"/>
                <a:gd name="T35" fmla="*/ 59 h 469"/>
                <a:gd name="T36" fmla="*/ 926 w 986"/>
                <a:gd name="T37" fmla="*/ 2 h 469"/>
                <a:gd name="T38" fmla="*/ 54 w 986"/>
                <a:gd name="T39" fmla="*/ 281 h 469"/>
                <a:gd name="T40" fmla="*/ 96 w 986"/>
                <a:gd name="T41" fmla="*/ 251 h 469"/>
                <a:gd name="T42" fmla="*/ 205 w 986"/>
                <a:gd name="T43" fmla="*/ 291 h 469"/>
                <a:gd name="T44" fmla="*/ 256 w 986"/>
                <a:gd name="T45" fmla="*/ 288 h 469"/>
                <a:gd name="T46" fmla="*/ 303 w 986"/>
                <a:gd name="T47" fmla="*/ 179 h 469"/>
                <a:gd name="T48" fmla="*/ 303 w 986"/>
                <a:gd name="T49" fmla="*/ 179 h 469"/>
                <a:gd name="T50" fmla="*/ 421 w 986"/>
                <a:gd name="T51" fmla="*/ 278 h 469"/>
                <a:gd name="T52" fmla="*/ 467 w 986"/>
                <a:gd name="T53" fmla="*/ 180 h 469"/>
                <a:gd name="T54" fmla="*/ 525 w 986"/>
                <a:gd name="T55" fmla="*/ 190 h 469"/>
                <a:gd name="T56" fmla="*/ 495 w 986"/>
                <a:gd name="T57" fmla="*/ 288 h 469"/>
                <a:gd name="T58" fmla="*/ 575 w 986"/>
                <a:gd name="T59" fmla="*/ 285 h 469"/>
                <a:gd name="T60" fmla="*/ 618 w 986"/>
                <a:gd name="T61" fmla="*/ 282 h 469"/>
                <a:gd name="T62" fmla="*/ 620 w 986"/>
                <a:gd name="T63" fmla="*/ 227 h 469"/>
                <a:gd name="T64" fmla="*/ 625 w 986"/>
                <a:gd name="T65" fmla="*/ 241 h 469"/>
                <a:gd name="T66" fmla="*/ 697 w 986"/>
                <a:gd name="T67" fmla="*/ 180 h 469"/>
                <a:gd name="T68" fmla="*/ 752 w 986"/>
                <a:gd name="T69" fmla="*/ 288 h 469"/>
                <a:gd name="T70" fmla="*/ 851 w 986"/>
                <a:gd name="T71" fmla="*/ 191 h 469"/>
                <a:gd name="T72" fmla="*/ 900 w 986"/>
                <a:gd name="T73" fmla="*/ 287 h 469"/>
                <a:gd name="T74" fmla="*/ 888 w 986"/>
                <a:gd name="T75" fmla="*/ 291 h 469"/>
                <a:gd name="T76" fmla="*/ 871 w 986"/>
                <a:gd name="T77" fmla="*/ 174 h 469"/>
                <a:gd name="T78" fmla="*/ 820 w 986"/>
                <a:gd name="T79" fmla="*/ 188 h 469"/>
                <a:gd name="T80" fmla="*/ 954 w 986"/>
                <a:gd name="T81" fmla="*/ 190 h 469"/>
                <a:gd name="T82" fmla="*/ 25 w 986"/>
                <a:gd name="T83" fmla="*/ 457 h 469"/>
                <a:gd name="T84" fmla="*/ 46 w 986"/>
                <a:gd name="T85" fmla="*/ 359 h 469"/>
                <a:gd name="T86" fmla="*/ 171 w 986"/>
                <a:gd name="T87" fmla="*/ 369 h 469"/>
                <a:gd name="T88" fmla="*/ 220 w 986"/>
                <a:gd name="T89" fmla="*/ 465 h 469"/>
                <a:gd name="T90" fmla="*/ 208 w 986"/>
                <a:gd name="T91" fmla="*/ 469 h 469"/>
                <a:gd name="T92" fmla="*/ 278 w 986"/>
                <a:gd name="T93" fmla="*/ 368 h 469"/>
                <a:gd name="T94" fmla="*/ 249 w 986"/>
                <a:gd name="T95" fmla="*/ 467 h 469"/>
                <a:gd name="T96" fmla="*/ 328 w 986"/>
                <a:gd name="T97" fmla="*/ 463 h 469"/>
                <a:gd name="T98" fmla="*/ 394 w 986"/>
                <a:gd name="T99" fmla="*/ 359 h 469"/>
                <a:gd name="T100" fmla="*/ 429 w 986"/>
                <a:gd name="T101" fmla="*/ 466 h 469"/>
                <a:gd name="T102" fmla="*/ 394 w 986"/>
                <a:gd name="T103" fmla="*/ 359 h 469"/>
                <a:gd name="T104" fmla="*/ 579 w 986"/>
                <a:gd name="T105" fmla="*/ 438 h 469"/>
                <a:gd name="T106" fmla="*/ 551 w 986"/>
                <a:gd name="T107" fmla="*/ 357 h 469"/>
                <a:gd name="T108" fmla="*/ 599 w 986"/>
                <a:gd name="T109" fmla="*/ 359 h 469"/>
                <a:gd name="T110" fmla="*/ 675 w 986"/>
                <a:gd name="T111" fmla="*/ 359 h 469"/>
                <a:gd name="T112" fmla="*/ 731 w 986"/>
                <a:gd name="T113" fmla="*/ 370 h 469"/>
                <a:gd name="T114" fmla="*/ 693 w 986"/>
                <a:gd name="T115" fmla="*/ 469 h 469"/>
                <a:gd name="T116" fmla="*/ 832 w 986"/>
                <a:gd name="T117" fmla="*/ 457 h 469"/>
                <a:gd name="T118" fmla="*/ 837 w 986"/>
                <a:gd name="T119" fmla="*/ 359 h 469"/>
                <a:gd name="T120" fmla="*/ 837 w 986"/>
                <a:gd name="T121" fmla="*/ 359 h 469"/>
                <a:gd name="T122" fmla="*/ 954 w 986"/>
                <a:gd name="T123" fmla="*/ 369 h 4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986" h="469">
                  <a:moveTo>
                    <a:pt x="0" y="2"/>
                  </a:moveTo>
                  <a:lnTo>
                    <a:pt x="0" y="2"/>
                  </a:lnTo>
                  <a:lnTo>
                    <a:pt x="0" y="12"/>
                  </a:lnTo>
                  <a:lnTo>
                    <a:pt x="32" y="12"/>
                  </a:lnTo>
                  <a:lnTo>
                    <a:pt x="32" y="110"/>
                  </a:lnTo>
                  <a:lnTo>
                    <a:pt x="44" y="110"/>
                  </a:lnTo>
                  <a:lnTo>
                    <a:pt x="44" y="12"/>
                  </a:lnTo>
                  <a:lnTo>
                    <a:pt x="76" y="12"/>
                  </a:lnTo>
                  <a:lnTo>
                    <a:pt x="76" y="2"/>
                  </a:lnTo>
                  <a:lnTo>
                    <a:pt x="0" y="2"/>
                  </a:lnTo>
                  <a:lnTo>
                    <a:pt x="0" y="2"/>
                  </a:lnTo>
                  <a:close/>
                  <a:moveTo>
                    <a:pt x="100" y="2"/>
                  </a:moveTo>
                  <a:lnTo>
                    <a:pt x="100" y="2"/>
                  </a:lnTo>
                  <a:lnTo>
                    <a:pt x="100" y="110"/>
                  </a:lnTo>
                  <a:lnTo>
                    <a:pt x="158" y="110"/>
                  </a:lnTo>
                  <a:lnTo>
                    <a:pt x="158" y="100"/>
                  </a:lnTo>
                  <a:lnTo>
                    <a:pt x="112" y="100"/>
                  </a:lnTo>
                  <a:lnTo>
                    <a:pt x="112" y="59"/>
                  </a:lnTo>
                  <a:lnTo>
                    <a:pt x="154" y="59"/>
                  </a:lnTo>
                  <a:lnTo>
                    <a:pt x="154" y="49"/>
                  </a:lnTo>
                  <a:lnTo>
                    <a:pt x="112" y="49"/>
                  </a:lnTo>
                  <a:lnTo>
                    <a:pt x="112" y="12"/>
                  </a:lnTo>
                  <a:lnTo>
                    <a:pt x="158" y="12"/>
                  </a:lnTo>
                  <a:lnTo>
                    <a:pt x="158" y="2"/>
                  </a:lnTo>
                  <a:lnTo>
                    <a:pt x="100" y="2"/>
                  </a:lnTo>
                  <a:lnTo>
                    <a:pt x="100" y="2"/>
                  </a:lnTo>
                  <a:close/>
                  <a:moveTo>
                    <a:pt x="238" y="9"/>
                  </a:moveTo>
                  <a:lnTo>
                    <a:pt x="238" y="9"/>
                  </a:lnTo>
                  <a:cubicBezTo>
                    <a:pt x="248" y="9"/>
                    <a:pt x="257" y="11"/>
                    <a:pt x="266" y="17"/>
                  </a:cubicBezTo>
                  <a:lnTo>
                    <a:pt x="270" y="8"/>
                  </a:lnTo>
                  <a:cubicBezTo>
                    <a:pt x="260" y="3"/>
                    <a:pt x="250" y="0"/>
                    <a:pt x="238" y="0"/>
                  </a:cubicBezTo>
                  <a:cubicBezTo>
                    <a:pt x="206" y="0"/>
                    <a:pt x="181" y="23"/>
                    <a:pt x="181" y="56"/>
                  </a:cubicBezTo>
                  <a:cubicBezTo>
                    <a:pt x="181" y="91"/>
                    <a:pt x="206" y="112"/>
                    <a:pt x="238" y="112"/>
                  </a:cubicBezTo>
                  <a:cubicBezTo>
                    <a:pt x="248" y="112"/>
                    <a:pt x="260" y="107"/>
                    <a:pt x="270" y="102"/>
                  </a:cubicBezTo>
                  <a:lnTo>
                    <a:pt x="265" y="94"/>
                  </a:lnTo>
                  <a:cubicBezTo>
                    <a:pt x="257" y="99"/>
                    <a:pt x="247" y="102"/>
                    <a:pt x="238" y="102"/>
                  </a:cubicBezTo>
                  <a:cubicBezTo>
                    <a:pt x="211" y="102"/>
                    <a:pt x="193" y="82"/>
                    <a:pt x="193" y="56"/>
                  </a:cubicBezTo>
                  <a:cubicBezTo>
                    <a:pt x="193" y="30"/>
                    <a:pt x="211" y="9"/>
                    <a:pt x="238" y="9"/>
                  </a:cubicBezTo>
                  <a:lnTo>
                    <a:pt x="238" y="9"/>
                  </a:lnTo>
                  <a:close/>
                  <a:moveTo>
                    <a:pt x="297" y="2"/>
                  </a:moveTo>
                  <a:lnTo>
                    <a:pt x="297" y="2"/>
                  </a:lnTo>
                  <a:lnTo>
                    <a:pt x="297" y="110"/>
                  </a:lnTo>
                  <a:lnTo>
                    <a:pt x="309" y="110"/>
                  </a:lnTo>
                  <a:lnTo>
                    <a:pt x="309" y="58"/>
                  </a:lnTo>
                  <a:lnTo>
                    <a:pt x="368" y="58"/>
                  </a:lnTo>
                  <a:lnTo>
                    <a:pt x="368" y="110"/>
                  </a:lnTo>
                  <a:lnTo>
                    <a:pt x="380" y="110"/>
                  </a:lnTo>
                  <a:lnTo>
                    <a:pt x="380" y="2"/>
                  </a:lnTo>
                  <a:lnTo>
                    <a:pt x="368" y="2"/>
                  </a:lnTo>
                  <a:lnTo>
                    <a:pt x="368" y="49"/>
                  </a:lnTo>
                  <a:lnTo>
                    <a:pt x="309" y="49"/>
                  </a:lnTo>
                  <a:lnTo>
                    <a:pt x="309" y="2"/>
                  </a:lnTo>
                  <a:lnTo>
                    <a:pt x="297" y="2"/>
                  </a:lnTo>
                  <a:lnTo>
                    <a:pt x="297" y="2"/>
                  </a:lnTo>
                  <a:close/>
                  <a:moveTo>
                    <a:pt x="431" y="0"/>
                  </a:moveTo>
                  <a:lnTo>
                    <a:pt x="431" y="0"/>
                  </a:lnTo>
                  <a:lnTo>
                    <a:pt x="418" y="3"/>
                  </a:lnTo>
                  <a:lnTo>
                    <a:pt x="418" y="110"/>
                  </a:lnTo>
                  <a:lnTo>
                    <a:pt x="430" y="110"/>
                  </a:lnTo>
                  <a:lnTo>
                    <a:pt x="430" y="18"/>
                  </a:lnTo>
                  <a:lnTo>
                    <a:pt x="493" y="112"/>
                  </a:lnTo>
                  <a:lnTo>
                    <a:pt x="506" y="109"/>
                  </a:lnTo>
                  <a:lnTo>
                    <a:pt x="506" y="2"/>
                  </a:lnTo>
                  <a:lnTo>
                    <a:pt x="495" y="2"/>
                  </a:lnTo>
                  <a:lnTo>
                    <a:pt x="495" y="95"/>
                  </a:lnTo>
                  <a:lnTo>
                    <a:pt x="431" y="0"/>
                  </a:lnTo>
                  <a:lnTo>
                    <a:pt x="431" y="0"/>
                  </a:lnTo>
                  <a:close/>
                  <a:moveTo>
                    <a:pt x="550" y="110"/>
                  </a:moveTo>
                  <a:lnTo>
                    <a:pt x="550" y="110"/>
                  </a:lnTo>
                  <a:lnTo>
                    <a:pt x="562" y="110"/>
                  </a:lnTo>
                  <a:lnTo>
                    <a:pt x="562" y="2"/>
                  </a:lnTo>
                  <a:lnTo>
                    <a:pt x="550" y="2"/>
                  </a:lnTo>
                  <a:lnTo>
                    <a:pt x="550" y="110"/>
                  </a:lnTo>
                  <a:close/>
                  <a:moveTo>
                    <a:pt x="623" y="103"/>
                  </a:moveTo>
                  <a:lnTo>
                    <a:pt x="623" y="103"/>
                  </a:lnTo>
                  <a:cubicBezTo>
                    <a:pt x="615" y="103"/>
                    <a:pt x="606" y="100"/>
                    <a:pt x="600" y="96"/>
                  </a:cubicBezTo>
                  <a:lnTo>
                    <a:pt x="595" y="104"/>
                  </a:lnTo>
                  <a:cubicBezTo>
                    <a:pt x="604" y="109"/>
                    <a:pt x="613" y="112"/>
                    <a:pt x="624" y="112"/>
                  </a:cubicBezTo>
                  <a:cubicBezTo>
                    <a:pt x="647" y="112"/>
                    <a:pt x="658" y="97"/>
                    <a:pt x="658" y="81"/>
                  </a:cubicBezTo>
                  <a:cubicBezTo>
                    <a:pt x="658" y="65"/>
                    <a:pt x="646" y="58"/>
                    <a:pt x="634" y="52"/>
                  </a:cubicBezTo>
                  <a:lnTo>
                    <a:pt x="625" y="48"/>
                  </a:lnTo>
                  <a:cubicBezTo>
                    <a:pt x="617" y="44"/>
                    <a:pt x="609" y="39"/>
                    <a:pt x="609" y="28"/>
                  </a:cubicBezTo>
                  <a:cubicBezTo>
                    <a:pt x="609" y="14"/>
                    <a:pt x="620" y="8"/>
                    <a:pt x="630" y="8"/>
                  </a:cubicBezTo>
                  <a:cubicBezTo>
                    <a:pt x="640" y="8"/>
                    <a:pt x="647" y="12"/>
                    <a:pt x="653" y="16"/>
                  </a:cubicBezTo>
                  <a:lnTo>
                    <a:pt x="657" y="8"/>
                  </a:lnTo>
                  <a:cubicBezTo>
                    <a:pt x="649" y="3"/>
                    <a:pt x="640" y="0"/>
                    <a:pt x="630" y="0"/>
                  </a:cubicBezTo>
                  <a:cubicBezTo>
                    <a:pt x="611" y="0"/>
                    <a:pt x="598" y="11"/>
                    <a:pt x="598" y="28"/>
                  </a:cubicBezTo>
                  <a:cubicBezTo>
                    <a:pt x="598" y="50"/>
                    <a:pt x="614" y="54"/>
                    <a:pt x="630" y="62"/>
                  </a:cubicBezTo>
                  <a:cubicBezTo>
                    <a:pt x="639" y="66"/>
                    <a:pt x="646" y="71"/>
                    <a:pt x="646" y="82"/>
                  </a:cubicBezTo>
                  <a:cubicBezTo>
                    <a:pt x="646" y="95"/>
                    <a:pt x="636" y="103"/>
                    <a:pt x="623" y="103"/>
                  </a:cubicBezTo>
                  <a:lnTo>
                    <a:pt x="623" y="103"/>
                  </a:lnTo>
                  <a:close/>
                  <a:moveTo>
                    <a:pt x="741" y="9"/>
                  </a:moveTo>
                  <a:lnTo>
                    <a:pt x="741" y="9"/>
                  </a:lnTo>
                  <a:cubicBezTo>
                    <a:pt x="752" y="9"/>
                    <a:pt x="761" y="11"/>
                    <a:pt x="769" y="17"/>
                  </a:cubicBezTo>
                  <a:lnTo>
                    <a:pt x="774" y="8"/>
                  </a:lnTo>
                  <a:cubicBezTo>
                    <a:pt x="764" y="3"/>
                    <a:pt x="754" y="0"/>
                    <a:pt x="741" y="0"/>
                  </a:cubicBezTo>
                  <a:cubicBezTo>
                    <a:pt x="709" y="0"/>
                    <a:pt x="684" y="23"/>
                    <a:pt x="684" y="56"/>
                  </a:cubicBezTo>
                  <a:cubicBezTo>
                    <a:pt x="684" y="91"/>
                    <a:pt x="709" y="112"/>
                    <a:pt x="741" y="112"/>
                  </a:cubicBezTo>
                  <a:cubicBezTo>
                    <a:pt x="752" y="112"/>
                    <a:pt x="764" y="107"/>
                    <a:pt x="773" y="102"/>
                  </a:cubicBezTo>
                  <a:lnTo>
                    <a:pt x="769" y="94"/>
                  </a:lnTo>
                  <a:cubicBezTo>
                    <a:pt x="761" y="99"/>
                    <a:pt x="751" y="102"/>
                    <a:pt x="741" y="102"/>
                  </a:cubicBezTo>
                  <a:cubicBezTo>
                    <a:pt x="715" y="102"/>
                    <a:pt x="697" y="82"/>
                    <a:pt x="697" y="56"/>
                  </a:cubicBezTo>
                  <a:cubicBezTo>
                    <a:pt x="697" y="30"/>
                    <a:pt x="715" y="9"/>
                    <a:pt x="741" y="9"/>
                  </a:cubicBezTo>
                  <a:lnTo>
                    <a:pt x="741" y="9"/>
                  </a:lnTo>
                  <a:close/>
                  <a:moveTo>
                    <a:pt x="805" y="2"/>
                  </a:moveTo>
                  <a:lnTo>
                    <a:pt x="805" y="2"/>
                  </a:lnTo>
                  <a:lnTo>
                    <a:pt x="805" y="110"/>
                  </a:lnTo>
                  <a:lnTo>
                    <a:pt x="817" y="110"/>
                  </a:lnTo>
                  <a:lnTo>
                    <a:pt x="817" y="58"/>
                  </a:lnTo>
                  <a:lnTo>
                    <a:pt x="875" y="58"/>
                  </a:lnTo>
                  <a:lnTo>
                    <a:pt x="875" y="110"/>
                  </a:lnTo>
                  <a:lnTo>
                    <a:pt x="887" y="110"/>
                  </a:lnTo>
                  <a:lnTo>
                    <a:pt x="887" y="2"/>
                  </a:lnTo>
                  <a:lnTo>
                    <a:pt x="875" y="2"/>
                  </a:lnTo>
                  <a:lnTo>
                    <a:pt x="875" y="49"/>
                  </a:lnTo>
                  <a:lnTo>
                    <a:pt x="817" y="49"/>
                  </a:lnTo>
                  <a:lnTo>
                    <a:pt x="817" y="2"/>
                  </a:lnTo>
                  <a:lnTo>
                    <a:pt x="805" y="2"/>
                  </a:lnTo>
                  <a:lnTo>
                    <a:pt x="805" y="2"/>
                  </a:lnTo>
                  <a:close/>
                  <a:moveTo>
                    <a:pt x="926" y="2"/>
                  </a:moveTo>
                  <a:lnTo>
                    <a:pt x="926" y="2"/>
                  </a:lnTo>
                  <a:lnTo>
                    <a:pt x="926" y="110"/>
                  </a:lnTo>
                  <a:lnTo>
                    <a:pt x="984" y="110"/>
                  </a:lnTo>
                  <a:lnTo>
                    <a:pt x="984" y="100"/>
                  </a:lnTo>
                  <a:lnTo>
                    <a:pt x="938" y="100"/>
                  </a:lnTo>
                  <a:lnTo>
                    <a:pt x="938" y="59"/>
                  </a:lnTo>
                  <a:lnTo>
                    <a:pt x="980" y="59"/>
                  </a:lnTo>
                  <a:lnTo>
                    <a:pt x="980" y="49"/>
                  </a:lnTo>
                  <a:lnTo>
                    <a:pt x="938" y="49"/>
                  </a:lnTo>
                  <a:lnTo>
                    <a:pt x="938" y="12"/>
                  </a:lnTo>
                  <a:lnTo>
                    <a:pt x="984" y="12"/>
                  </a:lnTo>
                  <a:lnTo>
                    <a:pt x="984" y="2"/>
                  </a:lnTo>
                  <a:lnTo>
                    <a:pt x="926" y="2"/>
                  </a:lnTo>
                  <a:lnTo>
                    <a:pt x="926" y="2"/>
                  </a:lnTo>
                  <a:close/>
                  <a:moveTo>
                    <a:pt x="96" y="251"/>
                  </a:moveTo>
                  <a:lnTo>
                    <a:pt x="96" y="251"/>
                  </a:lnTo>
                  <a:lnTo>
                    <a:pt x="96" y="180"/>
                  </a:lnTo>
                  <a:lnTo>
                    <a:pt x="84" y="180"/>
                  </a:lnTo>
                  <a:lnTo>
                    <a:pt x="84" y="249"/>
                  </a:lnTo>
                  <a:cubicBezTo>
                    <a:pt x="84" y="274"/>
                    <a:pt x="73" y="281"/>
                    <a:pt x="54" y="281"/>
                  </a:cubicBezTo>
                  <a:cubicBezTo>
                    <a:pt x="34" y="281"/>
                    <a:pt x="25" y="270"/>
                    <a:pt x="25" y="249"/>
                  </a:cubicBezTo>
                  <a:lnTo>
                    <a:pt x="25" y="180"/>
                  </a:lnTo>
                  <a:lnTo>
                    <a:pt x="13" y="180"/>
                  </a:lnTo>
                  <a:lnTo>
                    <a:pt x="13" y="252"/>
                  </a:lnTo>
                  <a:cubicBezTo>
                    <a:pt x="13" y="277"/>
                    <a:pt x="27" y="290"/>
                    <a:pt x="54" y="290"/>
                  </a:cubicBezTo>
                  <a:cubicBezTo>
                    <a:pt x="74" y="290"/>
                    <a:pt x="96" y="284"/>
                    <a:pt x="96" y="251"/>
                  </a:cubicBezTo>
                  <a:lnTo>
                    <a:pt x="96" y="251"/>
                  </a:lnTo>
                  <a:close/>
                  <a:moveTo>
                    <a:pt x="143" y="178"/>
                  </a:moveTo>
                  <a:lnTo>
                    <a:pt x="143" y="178"/>
                  </a:lnTo>
                  <a:lnTo>
                    <a:pt x="130" y="181"/>
                  </a:lnTo>
                  <a:lnTo>
                    <a:pt x="130" y="288"/>
                  </a:lnTo>
                  <a:lnTo>
                    <a:pt x="142" y="288"/>
                  </a:lnTo>
                  <a:lnTo>
                    <a:pt x="142" y="196"/>
                  </a:lnTo>
                  <a:lnTo>
                    <a:pt x="205" y="291"/>
                  </a:lnTo>
                  <a:lnTo>
                    <a:pt x="218" y="287"/>
                  </a:lnTo>
                  <a:lnTo>
                    <a:pt x="218" y="181"/>
                  </a:lnTo>
                  <a:lnTo>
                    <a:pt x="207" y="181"/>
                  </a:lnTo>
                  <a:lnTo>
                    <a:pt x="206" y="273"/>
                  </a:lnTo>
                  <a:lnTo>
                    <a:pt x="143" y="178"/>
                  </a:lnTo>
                  <a:lnTo>
                    <a:pt x="143" y="178"/>
                  </a:lnTo>
                  <a:close/>
                  <a:moveTo>
                    <a:pt x="256" y="288"/>
                  </a:moveTo>
                  <a:lnTo>
                    <a:pt x="256" y="288"/>
                  </a:lnTo>
                  <a:lnTo>
                    <a:pt x="268" y="288"/>
                  </a:lnTo>
                  <a:lnTo>
                    <a:pt x="268" y="180"/>
                  </a:lnTo>
                  <a:lnTo>
                    <a:pt x="256" y="180"/>
                  </a:lnTo>
                  <a:lnTo>
                    <a:pt x="256" y="288"/>
                  </a:lnTo>
                  <a:close/>
                  <a:moveTo>
                    <a:pt x="303" y="179"/>
                  </a:moveTo>
                  <a:lnTo>
                    <a:pt x="303" y="179"/>
                  </a:lnTo>
                  <a:lnTo>
                    <a:pt x="291" y="183"/>
                  </a:lnTo>
                  <a:lnTo>
                    <a:pt x="332" y="288"/>
                  </a:lnTo>
                  <a:lnTo>
                    <a:pt x="344" y="288"/>
                  </a:lnTo>
                  <a:lnTo>
                    <a:pt x="385" y="183"/>
                  </a:lnTo>
                  <a:lnTo>
                    <a:pt x="374" y="179"/>
                  </a:lnTo>
                  <a:lnTo>
                    <a:pt x="338" y="275"/>
                  </a:lnTo>
                  <a:lnTo>
                    <a:pt x="303" y="179"/>
                  </a:lnTo>
                  <a:lnTo>
                    <a:pt x="303" y="179"/>
                  </a:lnTo>
                  <a:close/>
                  <a:moveTo>
                    <a:pt x="409" y="180"/>
                  </a:moveTo>
                  <a:lnTo>
                    <a:pt x="409" y="180"/>
                  </a:lnTo>
                  <a:lnTo>
                    <a:pt x="409" y="288"/>
                  </a:lnTo>
                  <a:lnTo>
                    <a:pt x="467" y="288"/>
                  </a:lnTo>
                  <a:lnTo>
                    <a:pt x="467" y="278"/>
                  </a:lnTo>
                  <a:lnTo>
                    <a:pt x="421" y="278"/>
                  </a:lnTo>
                  <a:lnTo>
                    <a:pt x="421" y="237"/>
                  </a:lnTo>
                  <a:lnTo>
                    <a:pt x="463" y="237"/>
                  </a:lnTo>
                  <a:lnTo>
                    <a:pt x="463" y="227"/>
                  </a:lnTo>
                  <a:lnTo>
                    <a:pt x="421" y="227"/>
                  </a:lnTo>
                  <a:lnTo>
                    <a:pt x="421" y="190"/>
                  </a:lnTo>
                  <a:lnTo>
                    <a:pt x="467" y="190"/>
                  </a:lnTo>
                  <a:lnTo>
                    <a:pt x="467" y="180"/>
                  </a:lnTo>
                  <a:lnTo>
                    <a:pt x="409" y="180"/>
                  </a:lnTo>
                  <a:lnTo>
                    <a:pt x="409" y="180"/>
                  </a:lnTo>
                  <a:close/>
                  <a:moveTo>
                    <a:pt x="522" y="233"/>
                  </a:moveTo>
                  <a:lnTo>
                    <a:pt x="522" y="233"/>
                  </a:lnTo>
                  <a:lnTo>
                    <a:pt x="508" y="233"/>
                  </a:lnTo>
                  <a:lnTo>
                    <a:pt x="508" y="190"/>
                  </a:lnTo>
                  <a:lnTo>
                    <a:pt x="525" y="190"/>
                  </a:lnTo>
                  <a:cubicBezTo>
                    <a:pt x="543" y="190"/>
                    <a:pt x="549" y="199"/>
                    <a:pt x="549" y="211"/>
                  </a:cubicBezTo>
                  <a:cubicBezTo>
                    <a:pt x="549" y="228"/>
                    <a:pt x="536" y="233"/>
                    <a:pt x="522" y="233"/>
                  </a:cubicBezTo>
                  <a:lnTo>
                    <a:pt x="522" y="233"/>
                  </a:lnTo>
                  <a:close/>
                  <a:moveTo>
                    <a:pt x="528" y="181"/>
                  </a:moveTo>
                  <a:lnTo>
                    <a:pt x="528" y="181"/>
                  </a:lnTo>
                  <a:lnTo>
                    <a:pt x="495" y="180"/>
                  </a:lnTo>
                  <a:lnTo>
                    <a:pt x="495" y="288"/>
                  </a:lnTo>
                  <a:lnTo>
                    <a:pt x="508" y="288"/>
                  </a:lnTo>
                  <a:lnTo>
                    <a:pt x="508" y="242"/>
                  </a:lnTo>
                  <a:lnTo>
                    <a:pt x="517" y="242"/>
                  </a:lnTo>
                  <a:cubicBezTo>
                    <a:pt x="525" y="242"/>
                    <a:pt x="530" y="245"/>
                    <a:pt x="534" y="251"/>
                  </a:cubicBezTo>
                  <a:lnTo>
                    <a:pt x="539" y="257"/>
                  </a:lnTo>
                  <a:lnTo>
                    <a:pt x="564" y="291"/>
                  </a:lnTo>
                  <a:lnTo>
                    <a:pt x="575" y="285"/>
                  </a:lnTo>
                  <a:lnTo>
                    <a:pt x="553" y="256"/>
                  </a:lnTo>
                  <a:cubicBezTo>
                    <a:pt x="549" y="251"/>
                    <a:pt x="543" y="241"/>
                    <a:pt x="537" y="240"/>
                  </a:cubicBezTo>
                  <a:lnTo>
                    <a:pt x="537" y="237"/>
                  </a:lnTo>
                  <a:cubicBezTo>
                    <a:pt x="551" y="235"/>
                    <a:pt x="560" y="227"/>
                    <a:pt x="560" y="209"/>
                  </a:cubicBezTo>
                  <a:cubicBezTo>
                    <a:pt x="560" y="192"/>
                    <a:pt x="548" y="181"/>
                    <a:pt x="528" y="181"/>
                  </a:cubicBezTo>
                  <a:lnTo>
                    <a:pt x="528" y="181"/>
                  </a:lnTo>
                  <a:close/>
                  <a:moveTo>
                    <a:pt x="618" y="282"/>
                  </a:moveTo>
                  <a:lnTo>
                    <a:pt x="618" y="282"/>
                  </a:lnTo>
                  <a:cubicBezTo>
                    <a:pt x="609" y="282"/>
                    <a:pt x="601" y="279"/>
                    <a:pt x="595" y="275"/>
                  </a:cubicBezTo>
                  <a:lnTo>
                    <a:pt x="590" y="283"/>
                  </a:lnTo>
                  <a:cubicBezTo>
                    <a:pt x="599" y="288"/>
                    <a:pt x="607" y="291"/>
                    <a:pt x="618" y="291"/>
                  </a:cubicBezTo>
                  <a:cubicBezTo>
                    <a:pt x="642" y="291"/>
                    <a:pt x="653" y="276"/>
                    <a:pt x="653" y="260"/>
                  </a:cubicBezTo>
                  <a:cubicBezTo>
                    <a:pt x="653" y="244"/>
                    <a:pt x="641" y="237"/>
                    <a:pt x="629" y="231"/>
                  </a:cubicBezTo>
                  <a:lnTo>
                    <a:pt x="620" y="227"/>
                  </a:lnTo>
                  <a:cubicBezTo>
                    <a:pt x="612" y="223"/>
                    <a:pt x="604" y="218"/>
                    <a:pt x="604" y="207"/>
                  </a:cubicBezTo>
                  <a:cubicBezTo>
                    <a:pt x="604" y="193"/>
                    <a:pt x="615" y="187"/>
                    <a:pt x="625" y="187"/>
                  </a:cubicBezTo>
                  <a:cubicBezTo>
                    <a:pt x="635" y="187"/>
                    <a:pt x="642" y="191"/>
                    <a:pt x="648" y="195"/>
                  </a:cubicBezTo>
                  <a:lnTo>
                    <a:pt x="652" y="187"/>
                  </a:lnTo>
                  <a:cubicBezTo>
                    <a:pt x="644" y="182"/>
                    <a:pt x="634" y="179"/>
                    <a:pt x="624" y="179"/>
                  </a:cubicBezTo>
                  <a:cubicBezTo>
                    <a:pt x="605" y="179"/>
                    <a:pt x="592" y="190"/>
                    <a:pt x="592" y="207"/>
                  </a:cubicBezTo>
                  <a:cubicBezTo>
                    <a:pt x="592" y="229"/>
                    <a:pt x="609" y="233"/>
                    <a:pt x="625" y="241"/>
                  </a:cubicBezTo>
                  <a:cubicBezTo>
                    <a:pt x="633" y="245"/>
                    <a:pt x="640" y="250"/>
                    <a:pt x="640" y="261"/>
                  </a:cubicBezTo>
                  <a:cubicBezTo>
                    <a:pt x="640" y="274"/>
                    <a:pt x="631" y="282"/>
                    <a:pt x="618" y="282"/>
                  </a:cubicBezTo>
                  <a:lnTo>
                    <a:pt x="618" y="282"/>
                  </a:lnTo>
                  <a:close/>
                  <a:moveTo>
                    <a:pt x="685" y="288"/>
                  </a:moveTo>
                  <a:lnTo>
                    <a:pt x="685" y="288"/>
                  </a:lnTo>
                  <a:lnTo>
                    <a:pt x="697" y="288"/>
                  </a:lnTo>
                  <a:lnTo>
                    <a:pt x="697" y="180"/>
                  </a:lnTo>
                  <a:lnTo>
                    <a:pt x="685" y="180"/>
                  </a:lnTo>
                  <a:lnTo>
                    <a:pt x="685" y="288"/>
                  </a:lnTo>
                  <a:close/>
                  <a:moveTo>
                    <a:pt x="721" y="180"/>
                  </a:moveTo>
                  <a:lnTo>
                    <a:pt x="721" y="180"/>
                  </a:lnTo>
                  <a:lnTo>
                    <a:pt x="721" y="190"/>
                  </a:lnTo>
                  <a:lnTo>
                    <a:pt x="752" y="190"/>
                  </a:lnTo>
                  <a:lnTo>
                    <a:pt x="752" y="288"/>
                  </a:lnTo>
                  <a:lnTo>
                    <a:pt x="764" y="288"/>
                  </a:lnTo>
                  <a:lnTo>
                    <a:pt x="764" y="190"/>
                  </a:lnTo>
                  <a:lnTo>
                    <a:pt x="796" y="190"/>
                  </a:lnTo>
                  <a:lnTo>
                    <a:pt x="796" y="180"/>
                  </a:lnTo>
                  <a:lnTo>
                    <a:pt x="721" y="180"/>
                  </a:lnTo>
                  <a:lnTo>
                    <a:pt x="721" y="180"/>
                  </a:lnTo>
                  <a:close/>
                  <a:moveTo>
                    <a:pt x="851" y="191"/>
                  </a:moveTo>
                  <a:lnTo>
                    <a:pt x="851" y="191"/>
                  </a:lnTo>
                  <a:lnTo>
                    <a:pt x="870" y="245"/>
                  </a:lnTo>
                  <a:lnTo>
                    <a:pt x="830" y="245"/>
                  </a:lnTo>
                  <a:lnTo>
                    <a:pt x="851" y="191"/>
                  </a:lnTo>
                  <a:lnTo>
                    <a:pt x="851" y="191"/>
                  </a:lnTo>
                  <a:close/>
                  <a:moveTo>
                    <a:pt x="900" y="287"/>
                  </a:moveTo>
                  <a:lnTo>
                    <a:pt x="900" y="287"/>
                  </a:lnTo>
                  <a:lnTo>
                    <a:pt x="857" y="180"/>
                  </a:lnTo>
                  <a:lnTo>
                    <a:pt x="844" y="180"/>
                  </a:lnTo>
                  <a:lnTo>
                    <a:pt x="800" y="287"/>
                  </a:lnTo>
                  <a:lnTo>
                    <a:pt x="812" y="291"/>
                  </a:lnTo>
                  <a:lnTo>
                    <a:pt x="827" y="253"/>
                  </a:lnTo>
                  <a:lnTo>
                    <a:pt x="874" y="253"/>
                  </a:lnTo>
                  <a:lnTo>
                    <a:pt x="888" y="291"/>
                  </a:lnTo>
                  <a:lnTo>
                    <a:pt x="900" y="287"/>
                  </a:lnTo>
                  <a:lnTo>
                    <a:pt x="900" y="287"/>
                  </a:lnTo>
                  <a:close/>
                  <a:moveTo>
                    <a:pt x="871" y="188"/>
                  </a:moveTo>
                  <a:lnTo>
                    <a:pt x="871" y="188"/>
                  </a:lnTo>
                  <a:lnTo>
                    <a:pt x="882" y="188"/>
                  </a:lnTo>
                  <a:lnTo>
                    <a:pt x="882" y="174"/>
                  </a:lnTo>
                  <a:lnTo>
                    <a:pt x="871" y="174"/>
                  </a:lnTo>
                  <a:lnTo>
                    <a:pt x="871" y="188"/>
                  </a:lnTo>
                  <a:close/>
                  <a:moveTo>
                    <a:pt x="820" y="188"/>
                  </a:moveTo>
                  <a:lnTo>
                    <a:pt x="820" y="188"/>
                  </a:lnTo>
                  <a:lnTo>
                    <a:pt x="831" y="188"/>
                  </a:lnTo>
                  <a:lnTo>
                    <a:pt x="831" y="174"/>
                  </a:lnTo>
                  <a:lnTo>
                    <a:pt x="820" y="174"/>
                  </a:lnTo>
                  <a:lnTo>
                    <a:pt x="820" y="188"/>
                  </a:lnTo>
                  <a:close/>
                  <a:moveTo>
                    <a:pt x="911" y="180"/>
                  </a:moveTo>
                  <a:lnTo>
                    <a:pt x="911" y="180"/>
                  </a:lnTo>
                  <a:lnTo>
                    <a:pt x="911" y="190"/>
                  </a:lnTo>
                  <a:lnTo>
                    <a:pt x="942" y="190"/>
                  </a:lnTo>
                  <a:lnTo>
                    <a:pt x="942" y="288"/>
                  </a:lnTo>
                  <a:lnTo>
                    <a:pt x="954" y="288"/>
                  </a:lnTo>
                  <a:lnTo>
                    <a:pt x="954" y="190"/>
                  </a:lnTo>
                  <a:lnTo>
                    <a:pt x="986" y="190"/>
                  </a:lnTo>
                  <a:lnTo>
                    <a:pt x="986" y="180"/>
                  </a:lnTo>
                  <a:lnTo>
                    <a:pt x="911" y="180"/>
                  </a:lnTo>
                  <a:lnTo>
                    <a:pt x="911" y="180"/>
                  </a:lnTo>
                  <a:close/>
                  <a:moveTo>
                    <a:pt x="41" y="457"/>
                  </a:moveTo>
                  <a:lnTo>
                    <a:pt x="41" y="457"/>
                  </a:lnTo>
                  <a:lnTo>
                    <a:pt x="25" y="457"/>
                  </a:lnTo>
                  <a:lnTo>
                    <a:pt x="25" y="368"/>
                  </a:lnTo>
                  <a:lnTo>
                    <a:pt x="43" y="368"/>
                  </a:lnTo>
                  <a:cubicBezTo>
                    <a:pt x="73" y="368"/>
                    <a:pt x="93" y="383"/>
                    <a:pt x="93" y="412"/>
                  </a:cubicBezTo>
                  <a:cubicBezTo>
                    <a:pt x="93" y="440"/>
                    <a:pt x="73" y="457"/>
                    <a:pt x="41" y="457"/>
                  </a:cubicBezTo>
                  <a:lnTo>
                    <a:pt x="41" y="457"/>
                  </a:lnTo>
                  <a:close/>
                  <a:moveTo>
                    <a:pt x="46" y="359"/>
                  </a:moveTo>
                  <a:lnTo>
                    <a:pt x="46" y="359"/>
                  </a:lnTo>
                  <a:lnTo>
                    <a:pt x="13" y="359"/>
                  </a:lnTo>
                  <a:lnTo>
                    <a:pt x="13" y="466"/>
                  </a:lnTo>
                  <a:lnTo>
                    <a:pt x="42" y="466"/>
                  </a:lnTo>
                  <a:cubicBezTo>
                    <a:pt x="79" y="466"/>
                    <a:pt x="104" y="448"/>
                    <a:pt x="104" y="411"/>
                  </a:cubicBezTo>
                  <a:cubicBezTo>
                    <a:pt x="104" y="385"/>
                    <a:pt x="89" y="359"/>
                    <a:pt x="46" y="359"/>
                  </a:cubicBezTo>
                  <a:lnTo>
                    <a:pt x="46" y="359"/>
                  </a:lnTo>
                  <a:close/>
                  <a:moveTo>
                    <a:pt x="171" y="369"/>
                  </a:moveTo>
                  <a:lnTo>
                    <a:pt x="171" y="369"/>
                  </a:lnTo>
                  <a:lnTo>
                    <a:pt x="191" y="423"/>
                  </a:lnTo>
                  <a:lnTo>
                    <a:pt x="150" y="423"/>
                  </a:lnTo>
                  <a:lnTo>
                    <a:pt x="171" y="369"/>
                  </a:lnTo>
                  <a:lnTo>
                    <a:pt x="171" y="369"/>
                  </a:lnTo>
                  <a:close/>
                  <a:moveTo>
                    <a:pt x="220" y="465"/>
                  </a:moveTo>
                  <a:lnTo>
                    <a:pt x="220" y="465"/>
                  </a:lnTo>
                  <a:lnTo>
                    <a:pt x="177" y="359"/>
                  </a:lnTo>
                  <a:lnTo>
                    <a:pt x="165" y="359"/>
                  </a:lnTo>
                  <a:lnTo>
                    <a:pt x="121" y="465"/>
                  </a:lnTo>
                  <a:lnTo>
                    <a:pt x="133" y="469"/>
                  </a:lnTo>
                  <a:lnTo>
                    <a:pt x="147" y="432"/>
                  </a:lnTo>
                  <a:lnTo>
                    <a:pt x="194" y="432"/>
                  </a:lnTo>
                  <a:lnTo>
                    <a:pt x="208" y="469"/>
                  </a:lnTo>
                  <a:lnTo>
                    <a:pt x="220" y="465"/>
                  </a:lnTo>
                  <a:lnTo>
                    <a:pt x="220" y="465"/>
                  </a:lnTo>
                  <a:close/>
                  <a:moveTo>
                    <a:pt x="275" y="411"/>
                  </a:moveTo>
                  <a:lnTo>
                    <a:pt x="275" y="411"/>
                  </a:lnTo>
                  <a:lnTo>
                    <a:pt x="261" y="411"/>
                  </a:lnTo>
                  <a:lnTo>
                    <a:pt x="261" y="368"/>
                  </a:lnTo>
                  <a:lnTo>
                    <a:pt x="278" y="368"/>
                  </a:lnTo>
                  <a:cubicBezTo>
                    <a:pt x="297" y="368"/>
                    <a:pt x="302" y="377"/>
                    <a:pt x="302" y="389"/>
                  </a:cubicBezTo>
                  <a:cubicBezTo>
                    <a:pt x="302" y="407"/>
                    <a:pt x="289" y="411"/>
                    <a:pt x="275" y="411"/>
                  </a:cubicBezTo>
                  <a:lnTo>
                    <a:pt x="275" y="411"/>
                  </a:lnTo>
                  <a:close/>
                  <a:moveTo>
                    <a:pt x="281" y="359"/>
                  </a:moveTo>
                  <a:lnTo>
                    <a:pt x="281" y="359"/>
                  </a:lnTo>
                  <a:lnTo>
                    <a:pt x="249" y="359"/>
                  </a:lnTo>
                  <a:lnTo>
                    <a:pt x="249" y="467"/>
                  </a:lnTo>
                  <a:lnTo>
                    <a:pt x="261" y="467"/>
                  </a:lnTo>
                  <a:lnTo>
                    <a:pt x="261" y="420"/>
                  </a:lnTo>
                  <a:lnTo>
                    <a:pt x="271" y="420"/>
                  </a:lnTo>
                  <a:cubicBezTo>
                    <a:pt x="279" y="420"/>
                    <a:pt x="283" y="423"/>
                    <a:pt x="287" y="429"/>
                  </a:cubicBezTo>
                  <a:lnTo>
                    <a:pt x="292" y="435"/>
                  </a:lnTo>
                  <a:lnTo>
                    <a:pt x="317" y="469"/>
                  </a:lnTo>
                  <a:lnTo>
                    <a:pt x="328" y="463"/>
                  </a:lnTo>
                  <a:lnTo>
                    <a:pt x="306" y="435"/>
                  </a:lnTo>
                  <a:cubicBezTo>
                    <a:pt x="302" y="429"/>
                    <a:pt x="297" y="419"/>
                    <a:pt x="290" y="418"/>
                  </a:cubicBezTo>
                  <a:lnTo>
                    <a:pt x="290" y="415"/>
                  </a:lnTo>
                  <a:cubicBezTo>
                    <a:pt x="305" y="413"/>
                    <a:pt x="313" y="405"/>
                    <a:pt x="313" y="387"/>
                  </a:cubicBezTo>
                  <a:cubicBezTo>
                    <a:pt x="313" y="370"/>
                    <a:pt x="301" y="359"/>
                    <a:pt x="281" y="359"/>
                  </a:cubicBezTo>
                  <a:lnTo>
                    <a:pt x="281" y="359"/>
                  </a:lnTo>
                  <a:close/>
                  <a:moveTo>
                    <a:pt x="394" y="359"/>
                  </a:moveTo>
                  <a:lnTo>
                    <a:pt x="394" y="359"/>
                  </a:lnTo>
                  <a:lnTo>
                    <a:pt x="381" y="359"/>
                  </a:lnTo>
                  <a:lnTo>
                    <a:pt x="351" y="465"/>
                  </a:lnTo>
                  <a:lnTo>
                    <a:pt x="362" y="468"/>
                  </a:lnTo>
                  <a:lnTo>
                    <a:pt x="388" y="375"/>
                  </a:lnTo>
                  <a:lnTo>
                    <a:pt x="415" y="466"/>
                  </a:lnTo>
                  <a:lnTo>
                    <a:pt x="429" y="466"/>
                  </a:lnTo>
                  <a:lnTo>
                    <a:pt x="457" y="375"/>
                  </a:lnTo>
                  <a:lnTo>
                    <a:pt x="482" y="468"/>
                  </a:lnTo>
                  <a:lnTo>
                    <a:pt x="493" y="465"/>
                  </a:lnTo>
                  <a:lnTo>
                    <a:pt x="463" y="359"/>
                  </a:lnTo>
                  <a:lnTo>
                    <a:pt x="450" y="359"/>
                  </a:lnTo>
                  <a:lnTo>
                    <a:pt x="422" y="453"/>
                  </a:lnTo>
                  <a:lnTo>
                    <a:pt x="394" y="359"/>
                  </a:lnTo>
                  <a:lnTo>
                    <a:pt x="394" y="359"/>
                  </a:lnTo>
                  <a:close/>
                  <a:moveTo>
                    <a:pt x="544" y="460"/>
                  </a:moveTo>
                  <a:lnTo>
                    <a:pt x="544" y="460"/>
                  </a:lnTo>
                  <a:cubicBezTo>
                    <a:pt x="536" y="460"/>
                    <a:pt x="527" y="457"/>
                    <a:pt x="521" y="453"/>
                  </a:cubicBezTo>
                  <a:lnTo>
                    <a:pt x="517" y="461"/>
                  </a:lnTo>
                  <a:cubicBezTo>
                    <a:pt x="525" y="466"/>
                    <a:pt x="534" y="468"/>
                    <a:pt x="545" y="468"/>
                  </a:cubicBezTo>
                  <a:cubicBezTo>
                    <a:pt x="569" y="468"/>
                    <a:pt x="579" y="454"/>
                    <a:pt x="579" y="438"/>
                  </a:cubicBezTo>
                  <a:cubicBezTo>
                    <a:pt x="579" y="422"/>
                    <a:pt x="568" y="415"/>
                    <a:pt x="555" y="409"/>
                  </a:cubicBezTo>
                  <a:lnTo>
                    <a:pt x="546" y="405"/>
                  </a:lnTo>
                  <a:cubicBezTo>
                    <a:pt x="539" y="401"/>
                    <a:pt x="530" y="395"/>
                    <a:pt x="530" y="385"/>
                  </a:cubicBezTo>
                  <a:cubicBezTo>
                    <a:pt x="530" y="371"/>
                    <a:pt x="542" y="365"/>
                    <a:pt x="552" y="365"/>
                  </a:cubicBezTo>
                  <a:cubicBezTo>
                    <a:pt x="562" y="365"/>
                    <a:pt x="568" y="369"/>
                    <a:pt x="574" y="373"/>
                  </a:cubicBezTo>
                  <a:lnTo>
                    <a:pt x="579" y="365"/>
                  </a:lnTo>
                  <a:cubicBezTo>
                    <a:pt x="570" y="360"/>
                    <a:pt x="561" y="357"/>
                    <a:pt x="551" y="357"/>
                  </a:cubicBezTo>
                  <a:cubicBezTo>
                    <a:pt x="532" y="357"/>
                    <a:pt x="519" y="368"/>
                    <a:pt x="519" y="384"/>
                  </a:cubicBezTo>
                  <a:cubicBezTo>
                    <a:pt x="519" y="407"/>
                    <a:pt x="535" y="411"/>
                    <a:pt x="551" y="419"/>
                  </a:cubicBezTo>
                  <a:cubicBezTo>
                    <a:pt x="560" y="423"/>
                    <a:pt x="567" y="428"/>
                    <a:pt x="567" y="439"/>
                  </a:cubicBezTo>
                  <a:cubicBezTo>
                    <a:pt x="567" y="452"/>
                    <a:pt x="558" y="460"/>
                    <a:pt x="544" y="460"/>
                  </a:cubicBezTo>
                  <a:lnTo>
                    <a:pt x="544" y="460"/>
                  </a:lnTo>
                  <a:close/>
                  <a:moveTo>
                    <a:pt x="599" y="359"/>
                  </a:moveTo>
                  <a:lnTo>
                    <a:pt x="599" y="359"/>
                  </a:lnTo>
                  <a:lnTo>
                    <a:pt x="599" y="369"/>
                  </a:lnTo>
                  <a:lnTo>
                    <a:pt x="631" y="369"/>
                  </a:lnTo>
                  <a:lnTo>
                    <a:pt x="631" y="466"/>
                  </a:lnTo>
                  <a:lnTo>
                    <a:pt x="643" y="466"/>
                  </a:lnTo>
                  <a:lnTo>
                    <a:pt x="643" y="369"/>
                  </a:lnTo>
                  <a:lnTo>
                    <a:pt x="675" y="369"/>
                  </a:lnTo>
                  <a:lnTo>
                    <a:pt x="675" y="359"/>
                  </a:lnTo>
                  <a:lnTo>
                    <a:pt x="599" y="359"/>
                  </a:lnTo>
                  <a:lnTo>
                    <a:pt x="599" y="359"/>
                  </a:lnTo>
                  <a:close/>
                  <a:moveTo>
                    <a:pt x="731" y="370"/>
                  </a:moveTo>
                  <a:lnTo>
                    <a:pt x="731" y="370"/>
                  </a:lnTo>
                  <a:lnTo>
                    <a:pt x="751" y="423"/>
                  </a:lnTo>
                  <a:lnTo>
                    <a:pt x="710" y="423"/>
                  </a:lnTo>
                  <a:lnTo>
                    <a:pt x="731" y="370"/>
                  </a:lnTo>
                  <a:lnTo>
                    <a:pt x="731" y="370"/>
                  </a:lnTo>
                  <a:close/>
                  <a:moveTo>
                    <a:pt x="780" y="465"/>
                  </a:moveTo>
                  <a:lnTo>
                    <a:pt x="780" y="465"/>
                  </a:lnTo>
                  <a:lnTo>
                    <a:pt x="737" y="359"/>
                  </a:lnTo>
                  <a:lnTo>
                    <a:pt x="725" y="359"/>
                  </a:lnTo>
                  <a:lnTo>
                    <a:pt x="681" y="465"/>
                  </a:lnTo>
                  <a:lnTo>
                    <a:pt x="693" y="469"/>
                  </a:lnTo>
                  <a:lnTo>
                    <a:pt x="707" y="432"/>
                  </a:lnTo>
                  <a:lnTo>
                    <a:pt x="754" y="432"/>
                  </a:lnTo>
                  <a:lnTo>
                    <a:pt x="768" y="469"/>
                  </a:lnTo>
                  <a:lnTo>
                    <a:pt x="780" y="465"/>
                  </a:lnTo>
                  <a:lnTo>
                    <a:pt x="780" y="465"/>
                  </a:lnTo>
                  <a:close/>
                  <a:moveTo>
                    <a:pt x="832" y="457"/>
                  </a:moveTo>
                  <a:lnTo>
                    <a:pt x="832" y="457"/>
                  </a:lnTo>
                  <a:lnTo>
                    <a:pt x="817" y="457"/>
                  </a:lnTo>
                  <a:lnTo>
                    <a:pt x="817" y="368"/>
                  </a:lnTo>
                  <a:lnTo>
                    <a:pt x="835" y="368"/>
                  </a:lnTo>
                  <a:cubicBezTo>
                    <a:pt x="865" y="368"/>
                    <a:pt x="884" y="383"/>
                    <a:pt x="884" y="412"/>
                  </a:cubicBezTo>
                  <a:cubicBezTo>
                    <a:pt x="884" y="440"/>
                    <a:pt x="864" y="457"/>
                    <a:pt x="832" y="457"/>
                  </a:cubicBezTo>
                  <a:lnTo>
                    <a:pt x="832" y="457"/>
                  </a:lnTo>
                  <a:close/>
                  <a:moveTo>
                    <a:pt x="837" y="359"/>
                  </a:moveTo>
                  <a:lnTo>
                    <a:pt x="837" y="359"/>
                  </a:lnTo>
                  <a:lnTo>
                    <a:pt x="804" y="359"/>
                  </a:lnTo>
                  <a:lnTo>
                    <a:pt x="804" y="466"/>
                  </a:lnTo>
                  <a:lnTo>
                    <a:pt x="834" y="466"/>
                  </a:lnTo>
                  <a:cubicBezTo>
                    <a:pt x="871" y="466"/>
                    <a:pt x="896" y="448"/>
                    <a:pt x="896" y="411"/>
                  </a:cubicBezTo>
                  <a:cubicBezTo>
                    <a:pt x="896" y="385"/>
                    <a:pt x="881" y="359"/>
                    <a:pt x="837" y="359"/>
                  </a:cubicBezTo>
                  <a:lnTo>
                    <a:pt x="837" y="359"/>
                  </a:lnTo>
                  <a:close/>
                  <a:moveTo>
                    <a:pt x="910" y="359"/>
                  </a:moveTo>
                  <a:lnTo>
                    <a:pt x="910" y="359"/>
                  </a:lnTo>
                  <a:lnTo>
                    <a:pt x="910" y="369"/>
                  </a:lnTo>
                  <a:lnTo>
                    <a:pt x="942" y="369"/>
                  </a:lnTo>
                  <a:lnTo>
                    <a:pt x="942" y="466"/>
                  </a:lnTo>
                  <a:lnTo>
                    <a:pt x="954" y="466"/>
                  </a:lnTo>
                  <a:lnTo>
                    <a:pt x="954" y="369"/>
                  </a:lnTo>
                  <a:lnTo>
                    <a:pt x="986" y="369"/>
                  </a:lnTo>
                  <a:lnTo>
                    <a:pt x="986" y="359"/>
                  </a:lnTo>
                  <a:lnTo>
                    <a:pt x="910" y="359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4267"/>
            </a:p>
          </p:txBody>
        </p:sp>
      </p:grpSp>
      <p:sp>
        <p:nvSpPr>
          <p:cNvPr id="21" name="Datumsplatzhalter 20">
            <a:extLst>
              <a:ext uri="{FF2B5EF4-FFF2-40B4-BE49-F238E27FC236}">
                <a16:creationId xmlns:a16="http://schemas.microsoft.com/office/drawing/2014/main" id="{AF9F05BC-ECE1-ED71-B285-6224B2166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0000" y="6558140"/>
            <a:ext cx="1439993" cy="180000"/>
          </a:xfrm>
          <a:prstGeom prst="rect">
            <a:avLst/>
          </a:prstGeom>
        </p:spPr>
        <p:txBody>
          <a:bodyPr vert="horz" lIns="0" tIns="45720" rIns="91440" bIns="45720" rtlCol="0" anchor="b" anchorCtr="0"/>
          <a:lstStyle>
            <a:lvl1pPr algn="l">
              <a:defRPr sz="800" spc="8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E44560-D00D-47E4-84F4-A9546B8730AE}" type="datetime1">
              <a:rPr lang="de-DE" smtClean="0"/>
              <a:t>13.12.2025</a:t>
            </a:fld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3419663B-FA1A-D2AC-6FFB-FEF3AE171B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0" y="359999"/>
            <a:ext cx="8976000" cy="1908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 cap="all" spc="2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de-DE"/>
              <a:t>Cyber-Physical Simulation | Task 1 | Alexander Pahl &amp; Lukas Fromme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146D37BF-C929-35EB-9D31-617A9D8FE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905" y="6558140"/>
            <a:ext cx="1462304" cy="180000"/>
          </a:xfrm>
          <a:prstGeom prst="rect">
            <a:avLst/>
          </a:prstGeom>
        </p:spPr>
        <p:txBody>
          <a:bodyPr vert="horz" lIns="91440" tIns="45720" rIns="0" bIns="45720" rtlCol="0" anchor="b" anchorCtr="0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2F4C09-65E4-4AD7-8D55-83CBD210ED85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" name="Fußzeilenplatzhalter 21">
            <a:extLst>
              <a:ext uri="{FF2B5EF4-FFF2-40B4-BE49-F238E27FC236}">
                <a16:creationId xmlns:a16="http://schemas.microsoft.com/office/drawing/2014/main" id="{7D283BE2-FBCB-712B-618D-52A485BD70FD}"/>
              </a:ext>
            </a:extLst>
          </p:cNvPr>
          <p:cNvSpPr txBox="1">
            <a:spLocks/>
          </p:cNvSpPr>
          <p:nvPr userDrawn="1"/>
        </p:nvSpPr>
        <p:spPr>
          <a:xfrm>
            <a:off x="2134800" y="6563539"/>
            <a:ext cx="7920000" cy="180000"/>
          </a:xfrm>
          <a:prstGeom prst="rect">
            <a:avLst/>
          </a:prstGeom>
        </p:spPr>
        <p:txBody>
          <a:bodyPr vert="horz" lIns="91440" tIns="45720" rIns="91440" bIns="45720" rtlCol="0" anchor="b" anchorCtr="0"/>
          <a:lstStyle>
            <a:defPPr>
              <a:defRPr lang="de-DE"/>
            </a:defPPr>
            <a:lvl1pPr marL="0" algn="ctr" defTabSz="914400" rtl="0" eaLnBrk="1" latinLnBrk="0" hangingPunct="1">
              <a:defRPr sz="800" kern="1200" spc="4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/>
              <a:t>Cyper-Physical Simulation | Tutorial Task 1 | Alexander Pahl &amp; Lukas Fromme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4CF79-8FDD-5303-2D83-D41AB90816E0}"/>
              </a:ext>
            </a:extLst>
          </p:cNvPr>
          <p:cNvSpPr txBox="1"/>
          <p:nvPr userDrawn="1"/>
        </p:nvSpPr>
        <p:spPr>
          <a:xfrm>
            <a:off x="8256000" y="1629000"/>
            <a:ext cx="10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86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66" r:id="rId4"/>
    <p:sldLayoutId id="2147483650" r:id="rId5"/>
    <p:sldLayoutId id="2147483651" r:id="rId6"/>
    <p:sldLayoutId id="2147483667" r:id="rId7"/>
    <p:sldLayoutId id="2147483668" r:id="rId8"/>
    <p:sldLayoutId id="2147483661" r:id="rId9"/>
    <p:sldLayoutId id="2147483654" r:id="rId10"/>
    <p:sldLayoutId id="2147483655" r:id="rId1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200" kern="1200" cap="all" baseline="0">
          <a:solidFill>
            <a:schemeClr val="tx1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000" kern="1200" spc="4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 spc="4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E2534F-C74B-890D-7E3D-D59D7238DB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ln>
            <a:noFill/>
          </a:ln>
        </p:spPr>
        <p:txBody>
          <a:bodyPr/>
          <a:lstStyle/>
          <a:p>
            <a:r>
              <a:rPr lang="de-DE"/>
              <a:t>Tutorial Machine Learning in Solid Mechanics – Task 1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B8E9F2-A7BE-ABFD-3158-860EB69F8A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/>
              <a:t>Alexander Pahl &amp; Lukas Fromme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79CCA65-15CF-0625-BCD7-5FCF305E2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5AC85-2E58-4646-A8BD-DA8AA9D972E9}" type="datetime1">
              <a:rPr lang="de-DE" smtClean="0"/>
              <a:t>13.12.2025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B33C290-F17B-21A1-20EF-0D34BDCB1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41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>
                <a:ea typeface="+mn-lt"/>
                <a:cs typeface="+mn-lt"/>
              </a:rPr>
              <a:t>Model stress-</a:t>
            </a:r>
            <a:r>
              <a:rPr lang="de-DE" dirty="0" err="1">
                <a:ea typeface="+mn-lt"/>
                <a:cs typeface="+mn-lt"/>
              </a:rPr>
              <a:t>strain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behaviour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hyperelastic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materials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accurately</a:t>
            </a:r>
            <a:r>
              <a:rPr lang="de-DE" dirty="0">
                <a:ea typeface="+mn-lt"/>
                <a:cs typeface="+mn-lt"/>
              </a:rPr>
              <a:t>, in </a:t>
            </a:r>
            <a:r>
              <a:rPr lang="de-DE" dirty="0" err="1">
                <a:ea typeface="+mn-lt"/>
                <a:cs typeface="+mn-lt"/>
              </a:rPr>
              <a:t>interpolation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extrapolation</a:t>
            </a:r>
            <a:endParaRPr lang="de-DE" dirty="0">
              <a:ea typeface="+mn-lt"/>
              <a:cs typeface="+mn-lt"/>
            </a:endParaRP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use</a:t>
            </a:r>
            <a:r>
              <a:rPr lang="de-DE" dirty="0">
                <a:ea typeface="+mn-lt"/>
                <a:cs typeface="+mn-lt"/>
              </a:rPr>
              <a:t> different NN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techniques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endParaRPr lang="de-DE" dirty="0">
              <a:ea typeface="+mn-lt"/>
              <a:cs typeface="+mn-lt"/>
            </a:endParaRPr>
          </a:p>
          <a:p>
            <a:pPr lvl="1"/>
            <a:r>
              <a:rPr lang="de-DE" dirty="0">
                <a:ea typeface="+mn-lt"/>
                <a:cs typeface="+mn-lt"/>
              </a:rPr>
              <a:t>Use some type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F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input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obtain</a:t>
            </a:r>
            <a:r>
              <a:rPr lang="de-DE" dirty="0">
                <a:ea typeface="+mn-lt"/>
                <a:cs typeface="+mn-lt"/>
              </a:rPr>
              <a:t> P</a:t>
            </a:r>
          </a:p>
          <a:p>
            <a:r>
              <a:rPr lang="de-DE" dirty="0" err="1">
                <a:ea typeface="+mn-lt"/>
                <a:cs typeface="+mn-lt"/>
              </a:rPr>
              <a:t>We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test</a:t>
            </a:r>
            <a:r>
              <a:rPr lang="de-DE" dirty="0">
                <a:ea typeface="+mn-lt"/>
                <a:cs typeface="+mn-lt"/>
              </a:rPr>
              <a:t> on 3 </a:t>
            </a:r>
            <a:r>
              <a:rPr lang="de-DE" dirty="0" err="1">
                <a:ea typeface="+mn-lt"/>
                <a:cs typeface="+mn-lt"/>
              </a:rPr>
              <a:t>differnet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datasets</a:t>
            </a:r>
            <a:endParaRPr lang="de-DE" dirty="0">
              <a:ea typeface="+mn-lt"/>
              <a:cs typeface="+mn-lt"/>
            </a:endParaRPr>
          </a:p>
          <a:p>
            <a:endParaRPr lang="de-DE" dirty="0">
              <a:ea typeface="+mn-lt"/>
              <a:cs typeface="+mn-lt"/>
            </a:endParaRPr>
          </a:p>
          <a:p>
            <a:r>
              <a:rPr lang="de-DE" dirty="0">
                <a:ea typeface="+mn-lt"/>
                <a:cs typeface="+mn-lt"/>
              </a:rPr>
              <a:t>Learning </a:t>
            </a:r>
            <a:r>
              <a:rPr lang="de-DE" dirty="0" err="1">
                <a:ea typeface="+mn-lt"/>
                <a:cs typeface="+mn-lt"/>
              </a:rPr>
              <a:t>Objective</a:t>
            </a:r>
            <a:r>
              <a:rPr lang="de-DE" dirty="0">
                <a:ea typeface="+mn-lt"/>
                <a:cs typeface="+mn-lt"/>
              </a:rPr>
              <a:t>:</a:t>
            </a:r>
          </a:p>
          <a:p>
            <a:r>
              <a:rPr lang="de-DE" dirty="0">
                <a:ea typeface="+mn-lt"/>
                <a:cs typeface="+mn-lt"/>
              </a:rPr>
              <a:t>How to </a:t>
            </a:r>
            <a:r>
              <a:rPr lang="de-DE" dirty="0" err="1">
                <a:ea typeface="+mn-lt"/>
                <a:cs typeface="+mn-lt"/>
              </a:rPr>
              <a:t>utilize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physical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knowledge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improve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these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Objective</a:t>
            </a:r>
            <a:endParaRPr lang="de-DE" dirty="0">
              <a:latin typeface="Arial Black"/>
            </a:endParaRPr>
          </a:p>
        </p:txBody>
      </p:sp>
    </p:spTree>
    <p:extLst>
      <p:ext uri="{BB962C8B-B14F-4D97-AF65-F5344CB8AC3E}">
        <p14:creationId xmlns:p14="http://schemas.microsoft.com/office/powerpoint/2010/main" val="1930191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0B5BFB-9F75-1D15-4F58-80AF272C9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736682"/>
            <a:ext cx="8976000" cy="1080000"/>
          </a:xfrm>
        </p:spPr>
        <p:txBody>
          <a:bodyPr/>
          <a:lstStyle/>
          <a:p>
            <a:r>
              <a:rPr lang="de-DE"/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7669A9-CE6C-6DDF-0ECD-042624358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6F7CDBC1-0AF3-FB60-B00B-2D1A3073C1AC}"/>
              </a:ext>
            </a:extLst>
          </p:cNvPr>
          <p:cNvSpPr txBox="1">
            <a:spLocks/>
          </p:cNvSpPr>
          <p:nvPr/>
        </p:nvSpPr>
        <p:spPr>
          <a:xfrm>
            <a:off x="6456000" y="410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Trainable custom layer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F345A475-F958-B2B8-9185-60D5E171354A}"/>
              </a:ext>
            </a:extLst>
          </p:cNvPr>
          <p:cNvSpPr txBox="1">
            <a:spLocks/>
          </p:cNvSpPr>
          <p:nvPr/>
        </p:nvSpPr>
        <p:spPr>
          <a:xfrm>
            <a:off x="6456000" y="482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2.3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Sobolev Training</a:t>
            </a:r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A0B966A9-863C-29AB-C039-E317E79A61A4}"/>
              </a:ext>
            </a:extLst>
          </p:cNvPr>
          <p:cNvSpPr txBox="1">
            <a:spLocks/>
          </p:cNvSpPr>
          <p:nvPr/>
        </p:nvSpPr>
        <p:spPr>
          <a:xfrm>
            <a:off x="6456000" y="554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2.4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Hyperelasticity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45F49FF1-83A7-71F1-0940-59811C5028BC}"/>
              </a:ext>
            </a:extLst>
          </p:cNvPr>
          <p:cNvSpPr txBox="1">
            <a:spLocks/>
          </p:cNvSpPr>
          <p:nvPr/>
        </p:nvSpPr>
        <p:spPr>
          <a:xfrm>
            <a:off x="-24000" y="2663525"/>
            <a:ext cx="4992235" cy="553998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715963" algn="r"/>
                <a:tab pos="984250" algn="l"/>
              </a:tabLst>
            </a:pPr>
            <a:r>
              <a:rPr lang="de-DE" dirty="0"/>
              <a:t>	1		</a:t>
            </a:r>
            <a:r>
              <a:rPr lang="de-DE" sz="1600" dirty="0" err="1">
                <a:latin typeface="Arial"/>
                <a:ea typeface="MS PGothic"/>
                <a:cs typeface="Arial"/>
              </a:rPr>
              <a:t>Methodology</a:t>
            </a:r>
            <a:endParaRPr lang="de-DE" sz="1600" dirty="0">
              <a:latin typeface="+mn-lt"/>
              <a:ea typeface="MS PGothic" panose="020B0600070205080204" pitchFamily="34" charset="-128"/>
              <a:cs typeface="Arial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4C95B294-3835-8D0C-52C2-98FA723577DC}"/>
              </a:ext>
            </a:extLst>
          </p:cNvPr>
          <p:cNvSpPr txBox="1">
            <a:spLocks/>
          </p:cNvSpPr>
          <p:nvPr/>
        </p:nvSpPr>
        <p:spPr>
          <a:xfrm>
            <a:off x="-24000" y="3383644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1.2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Dataset 1</a:t>
            </a:r>
          </a:p>
        </p:txBody>
      </p:sp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D173BBBF-E0BC-99BB-2118-1B2C03DB0AE7}"/>
              </a:ext>
            </a:extLst>
          </p:cNvPr>
          <p:cNvSpPr txBox="1">
            <a:spLocks/>
          </p:cNvSpPr>
          <p:nvPr/>
        </p:nvSpPr>
        <p:spPr>
          <a:xfrm>
            <a:off x="-24000" y="4103763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 dirty="0"/>
              <a:t>	1.3	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Modeling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Strategy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 </a:t>
            </a:r>
            <a:r>
              <a:rPr lang="de-DE" sz="1600" dirty="0" err="1">
                <a:latin typeface="+mn-lt"/>
                <a:ea typeface="MS PGothic" panose="020B0600070205080204" pitchFamily="34" charset="-128"/>
              </a:rPr>
              <a:t>xyz</a:t>
            </a:r>
            <a:r>
              <a:rPr lang="de-DE" sz="1600" dirty="0">
                <a:latin typeface="+mn-lt"/>
                <a:ea typeface="MS PGothic" panose="020B0600070205080204" pitchFamily="34" charset="-128"/>
              </a:rPr>
              <a:t>..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DCCD8AE9-A18F-1589-345D-34A0BAB9F6A9}"/>
              </a:ext>
            </a:extLst>
          </p:cNvPr>
          <p:cNvSpPr txBox="1">
            <a:spLocks/>
          </p:cNvSpPr>
          <p:nvPr/>
        </p:nvSpPr>
        <p:spPr>
          <a:xfrm>
            <a:off x="6456000" y="266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	Two-dimensional functions</a:t>
            </a:r>
          </a:p>
        </p:txBody>
      </p:sp>
      <p:sp>
        <p:nvSpPr>
          <p:cNvPr id="15" name="Textplatzhalter 3">
            <a:extLst>
              <a:ext uri="{FF2B5EF4-FFF2-40B4-BE49-F238E27FC236}">
                <a16:creationId xmlns:a16="http://schemas.microsoft.com/office/drawing/2014/main" id="{31BBC37F-912F-3BF1-919D-A6B7D9D9162F}"/>
              </a:ext>
            </a:extLst>
          </p:cNvPr>
          <p:cNvSpPr txBox="1">
            <a:spLocks/>
          </p:cNvSpPr>
          <p:nvPr/>
        </p:nvSpPr>
        <p:spPr>
          <a:xfrm>
            <a:off x="6456000" y="3384000"/>
            <a:ext cx="4992235" cy="5539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4000" kern="1200" spc="4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 spc="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000" algn="l">
              <a:tabLst>
                <a:tab pos="715963" algn="r"/>
                <a:tab pos="984250" algn="l"/>
              </a:tabLst>
            </a:pPr>
            <a:r>
              <a:rPr lang="de-DE"/>
              <a:t>	2.1	</a:t>
            </a:r>
            <a:r>
              <a:rPr lang="de-DE" sz="1600">
                <a:latin typeface="+mn-lt"/>
                <a:ea typeface="MS PGothic" panose="020B0600070205080204" pitchFamily="34" charset="-128"/>
              </a:rPr>
              <a:t> Data Generation</a:t>
            </a:r>
          </a:p>
        </p:txBody>
      </p:sp>
      <p:sp>
        <p:nvSpPr>
          <p:cNvPr id="16" name="Datumsplatzhalter 15">
            <a:extLst>
              <a:ext uri="{FF2B5EF4-FFF2-40B4-BE49-F238E27FC236}">
                <a16:creationId xmlns:a16="http://schemas.microsoft.com/office/drawing/2014/main" id="{E32045B2-EBD1-1A0F-162A-B766F327A1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/>
          <a:lstStyle/>
          <a:p>
            <a:fld id="{A2908BD0-873E-4B3F-824F-B8998D385F6E}" type="datetime1">
              <a:rPr lang="de-DE" smtClean="0"/>
              <a:t>13.12.2025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3113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Neural</a:t>
            </a:r>
            <a:r>
              <a:rPr lang="de-DE" dirty="0">
                <a:ea typeface="+mn-lt"/>
                <a:cs typeface="+mn-lt"/>
              </a:rPr>
              <a:t> network (NN) </a:t>
            </a:r>
            <a:r>
              <a:rPr lang="de-DE" dirty="0" err="1">
                <a:ea typeface="+mn-lt"/>
                <a:cs typeface="+mn-lt"/>
              </a:rPr>
              <a:t>training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involves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randomness</a:t>
            </a:r>
            <a:r>
              <a:rPr lang="de-DE" dirty="0">
                <a:ea typeface="+mn-lt"/>
                <a:cs typeface="+mn-lt"/>
              </a:rPr>
              <a:t> from </a:t>
            </a:r>
            <a:r>
              <a:rPr lang="de-DE" dirty="0" err="1">
                <a:ea typeface="+mn-lt"/>
                <a:cs typeface="+mn-lt"/>
              </a:rPr>
              <a:t>weight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initialization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data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shuffling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>
              <a:cs typeface="Arial"/>
            </a:endParaRPr>
          </a:p>
          <a:p>
            <a:r>
              <a:rPr lang="de-DE" dirty="0">
                <a:ea typeface="+mn-lt"/>
                <a:cs typeface="+mn-lt"/>
              </a:rPr>
              <a:t>Different </a:t>
            </a:r>
            <a:r>
              <a:rPr lang="de-DE" dirty="0" err="1">
                <a:ea typeface="+mn-lt"/>
                <a:cs typeface="+mn-lt"/>
              </a:rPr>
              <a:t>runs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can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converge</a:t>
            </a:r>
            <a:r>
              <a:rPr lang="de-DE" dirty="0">
                <a:ea typeface="+mn-lt"/>
                <a:cs typeface="+mn-lt"/>
              </a:rPr>
              <a:t> to different </a:t>
            </a:r>
            <a:r>
              <a:rPr lang="de-DE" dirty="0" err="1">
                <a:ea typeface="+mn-lt"/>
                <a:cs typeface="+mn-lt"/>
              </a:rPr>
              <a:t>solutions</a:t>
            </a:r>
            <a:r>
              <a:rPr lang="de-DE" dirty="0">
                <a:ea typeface="+mn-lt"/>
                <a:cs typeface="+mn-lt"/>
              </a:rPr>
              <a:t> due to </a:t>
            </a:r>
            <a:r>
              <a:rPr lang="de-DE" dirty="0" err="1">
                <a:ea typeface="+mn-lt"/>
                <a:cs typeface="+mn-lt"/>
              </a:rPr>
              <a:t>the</a:t>
            </a:r>
            <a:r>
              <a:rPr lang="de-DE" dirty="0">
                <a:ea typeface="+mn-lt"/>
                <a:cs typeface="+mn-lt"/>
              </a:rPr>
              <a:t> non-</a:t>
            </a:r>
            <a:r>
              <a:rPr lang="de-DE" dirty="0" err="1">
                <a:ea typeface="+mn-lt"/>
                <a:cs typeface="+mn-lt"/>
              </a:rPr>
              <a:t>convex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loss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landscape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Ensembles (multiple </a:t>
            </a:r>
            <a:r>
              <a:rPr lang="de-DE" dirty="0" err="1">
                <a:ea typeface="+mn-lt"/>
                <a:cs typeface="+mn-lt"/>
              </a:rPr>
              <a:t>instances</a:t>
            </a:r>
            <a:r>
              <a:rPr lang="de-DE" dirty="0">
                <a:ea typeface="+mn-lt"/>
                <a:cs typeface="+mn-lt"/>
              </a:rPr>
              <a:t>)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trained</a:t>
            </a:r>
            <a:r>
              <a:rPr lang="de-DE" dirty="0">
                <a:ea typeface="+mn-lt"/>
                <a:cs typeface="+mn-lt"/>
              </a:rPr>
              <a:t> per </a:t>
            </a:r>
            <a:r>
              <a:rPr lang="de-DE" dirty="0" err="1">
                <a:ea typeface="+mn-lt"/>
                <a:cs typeface="+mn-lt"/>
              </a:rPr>
              <a:t>architecture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using</a:t>
            </a:r>
            <a:r>
              <a:rPr lang="de-DE" dirty="0">
                <a:ea typeface="+mn-lt"/>
                <a:cs typeface="+mn-lt"/>
              </a:rPr>
              <a:t> different </a:t>
            </a:r>
            <a:r>
              <a:rPr lang="de-DE" dirty="0" err="1">
                <a:ea typeface="+mn-lt"/>
                <a:cs typeface="+mn-lt"/>
              </a:rPr>
              <a:t>random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seeds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r>
              <a:rPr lang="de-DE" dirty="0">
                <a:ea typeface="+mn-lt"/>
                <a:cs typeface="+mn-lt"/>
              </a:rPr>
              <a:t>Mean </a:t>
            </a:r>
            <a:r>
              <a:rPr lang="de-DE" dirty="0" err="1">
                <a:ea typeface="+mn-lt"/>
                <a:cs typeface="+mn-lt"/>
              </a:rPr>
              <a:t>predictions</a:t>
            </a:r>
            <a:r>
              <a:rPr lang="de-DE" dirty="0">
                <a:ea typeface="+mn-lt"/>
                <a:cs typeface="+mn-lt"/>
              </a:rPr>
              <a:t> and ±2 </a:t>
            </a:r>
            <a:r>
              <a:rPr lang="de-DE" dirty="0" err="1">
                <a:ea typeface="+mn-lt"/>
                <a:cs typeface="+mn-lt"/>
              </a:rPr>
              <a:t>standard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deviations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are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plotted</a:t>
            </a:r>
            <a:r>
              <a:rPr lang="de-DE" dirty="0">
                <a:ea typeface="+mn-lt"/>
                <a:cs typeface="+mn-lt"/>
              </a:rPr>
              <a:t> to </a:t>
            </a:r>
            <a:r>
              <a:rPr lang="de-DE" dirty="0" err="1">
                <a:ea typeface="+mn-lt"/>
                <a:cs typeface="+mn-lt"/>
              </a:rPr>
              <a:t>show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consensus</a:t>
            </a:r>
            <a:r>
              <a:rPr lang="de-DE" dirty="0">
                <a:ea typeface="+mn-lt"/>
                <a:cs typeface="+mn-lt"/>
              </a:rPr>
              <a:t> and </a:t>
            </a:r>
            <a:r>
              <a:rPr lang="de-DE" dirty="0" err="1">
                <a:ea typeface="+mn-lt"/>
                <a:cs typeface="+mn-lt"/>
              </a:rPr>
              <a:t>uncertainty</a:t>
            </a:r>
            <a:r>
              <a:rPr lang="de-DE" dirty="0">
                <a:ea typeface="+mn-lt"/>
                <a:cs typeface="+mn-lt"/>
              </a:rPr>
              <a:t>.</a:t>
            </a:r>
            <a:endParaRPr lang="de-DE" dirty="0"/>
          </a:p>
          <a:p>
            <a:endParaRPr lang="de-DE" dirty="0">
              <a:cs typeface="Arial"/>
            </a:endParaRPr>
          </a:p>
        </p:txBody>
      </p:sp>
      <p:pic>
        <p:nvPicPr>
          <p:cNvPr id="9" name="Inhaltsplatzhalter 8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AFFD41A-CD3E-DD70-82DD-082CC8CC2724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088" y="2124075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</a:t>
            </a:r>
            <a:r>
              <a:rPr lang="de-DE" dirty="0" err="1">
                <a:latin typeface="Arial Black"/>
              </a:rPr>
              <a:t>Introduction</a:t>
            </a:r>
            <a:r>
              <a:rPr lang="de-DE" dirty="0">
                <a:latin typeface="Arial Black"/>
              </a:rPr>
              <a:t> Dataset 1</a:t>
            </a:r>
          </a:p>
        </p:txBody>
      </p:sp>
    </p:spTree>
    <p:extLst>
      <p:ext uri="{BB962C8B-B14F-4D97-AF65-F5344CB8AC3E}">
        <p14:creationId xmlns:p14="http://schemas.microsoft.com/office/powerpoint/2010/main" val="108362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Justification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restraining</a:t>
            </a:r>
            <a:r>
              <a:rPr lang="de-DE" dirty="0">
                <a:ea typeface="+mn-lt"/>
                <a:cs typeface="+mn-lt"/>
              </a:rPr>
              <a:t> 1st </a:t>
            </a:r>
            <a:r>
              <a:rPr lang="de-DE" dirty="0" err="1">
                <a:ea typeface="+mn-lt"/>
                <a:cs typeface="+mn-lt"/>
              </a:rPr>
              <a:t>layer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weights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of</a:t>
            </a:r>
            <a:r>
              <a:rPr lang="de-DE" dirty="0">
                <a:ea typeface="+mn-lt"/>
                <a:cs typeface="+mn-lt"/>
              </a:rPr>
              <a:t> ICNN to </a:t>
            </a:r>
            <a:r>
              <a:rPr lang="de-DE" dirty="0" err="1">
                <a:ea typeface="+mn-lt"/>
                <a:cs typeface="+mn-lt"/>
              </a:rPr>
              <a:t>be</a:t>
            </a:r>
            <a:r>
              <a:rPr lang="de-DE" dirty="0">
                <a:ea typeface="+mn-lt"/>
                <a:cs typeface="+mn-lt"/>
              </a:rPr>
              <a:t> non-negative aswell: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DD7164A-0A4F-4308-8CC4-4D1C2ADF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4" y="2076139"/>
            <a:ext cx="8091055" cy="448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01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F8AC9-BB02-4880-0B45-2842981A6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FD75122-ACD8-5DA4-DC2D-95C0305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8178FA-7887-5BBE-4B56-39397D4D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A351FFA-198E-FDC6-68FE-B6169CA624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362" y="1464611"/>
            <a:ext cx="11776220" cy="360000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dirty="0" err="1">
                <a:ea typeface="+mn-lt"/>
                <a:cs typeface="+mn-lt"/>
              </a:rPr>
              <a:t>Constitutive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conditions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for</a:t>
            </a:r>
            <a:r>
              <a:rPr lang="de-DE" dirty="0">
                <a:ea typeface="+mn-lt"/>
                <a:cs typeface="+mn-lt"/>
              </a:rPr>
              <a:t> invariant </a:t>
            </a:r>
            <a:r>
              <a:rPr lang="de-DE" dirty="0" err="1">
                <a:ea typeface="+mn-lt"/>
                <a:cs typeface="+mn-lt"/>
              </a:rPr>
              <a:t>based</a:t>
            </a:r>
            <a:r>
              <a:rPr lang="de-DE" dirty="0">
                <a:ea typeface="+mn-lt"/>
                <a:cs typeface="+mn-lt"/>
              </a:rPr>
              <a:t> </a:t>
            </a:r>
            <a:r>
              <a:rPr lang="de-DE" dirty="0" err="1">
                <a:ea typeface="+mn-lt"/>
                <a:cs typeface="+mn-lt"/>
              </a:rPr>
              <a:t>models</a:t>
            </a:r>
            <a:r>
              <a:rPr lang="de-DE" dirty="0">
                <a:ea typeface="+mn-lt"/>
                <a:cs typeface="+mn-lt"/>
              </a:rPr>
              <a:t>:</a:t>
            </a:r>
            <a:endParaRPr lang="de-DE" dirty="0">
              <a:cs typeface="Arial"/>
            </a:endParaRPr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5465A57D-E045-BE5D-28D6-756E5BB333C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>
                <a:latin typeface="Arial Black"/>
              </a:rPr>
              <a:t>1 Model Task 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FECDF6C-F67C-4ED3-96C6-9A992F4A7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123" y="2120514"/>
            <a:ext cx="7719753" cy="424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0858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8F3A140-1C13-9793-92D8-A4AA6702D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98800"/>
            <a:ext cx="9659558" cy="1080000"/>
          </a:xfr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>
                <a:latin typeface="Arial Black"/>
              </a:rPr>
              <a:t>1.1 Hyperparameter Sweep – Model Size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7AA9FE5-41CD-56C1-D4CC-BBEC5721C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881A263-6275-85C9-63C5-1864E14E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7</a:t>
            </a:fld>
            <a:endParaRPr lang="de-DE"/>
          </a:p>
        </p:txBody>
      </p:sp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618D3FBB-9D98-35BC-B311-28DEC84540C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2430051"/>
            <a:ext cx="5580062" cy="3348037"/>
          </a:xfrm>
        </p:spPr>
      </p:pic>
      <p:pic>
        <p:nvPicPr>
          <p:cNvPr id="12" name="Inhaltsplatzhalter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C0D95E81-A9B6-FC09-91D1-E35286AF148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2430051"/>
            <a:ext cx="5580062" cy="3348037"/>
          </a:xfr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0EF0AC-DDCF-959E-25DF-EDF6276F2512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hidden layers</a:t>
            </a:r>
            <a:r>
              <a:rPr lang="de-DE">
                <a:ea typeface="+mn-lt"/>
                <a:cs typeface="+mn-lt"/>
              </a:rPr>
              <a:t>, </a:t>
            </a:r>
            <a:r>
              <a:rPr lang="de-DE" b="1">
                <a:ea typeface="+mn-lt"/>
                <a:cs typeface="+mn-lt"/>
              </a:rPr>
              <a:t>nodes</a:t>
            </a:r>
            <a:r>
              <a:rPr lang="de-DE">
                <a:ea typeface="+mn-lt"/>
                <a:cs typeface="+mn-lt"/>
              </a:rPr>
              <a:t> 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01B72A5-55DB-539C-4332-938C4B3FCC83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Larger Models tend to have less training loss for same training steps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Small models are incapable of fitting the Bathtub function well</a:t>
            </a:r>
          </a:p>
        </p:txBody>
      </p:sp>
    </p:spTree>
    <p:extLst>
      <p:ext uri="{BB962C8B-B14F-4D97-AF65-F5344CB8AC3E}">
        <p14:creationId xmlns:p14="http://schemas.microsoft.com/office/powerpoint/2010/main" val="318154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863F8-EF1D-02C2-4361-C8CCACD8E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BF7193B-4325-3B6B-7200-38728D286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3FE2A7-320E-7CC3-24D5-0BCD966C4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6" name="Inhaltsplatzhalter 5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98133230-FC1A-64BC-8971-067E8D5A438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880963"/>
            <a:ext cx="5580062" cy="3348037"/>
          </a:xfrm>
        </p:spPr>
      </p:pic>
      <p:pic>
        <p:nvPicPr>
          <p:cNvPr id="10" name="Inhaltsplatzhalter 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5D1AD2DD-9256-5B4C-553B-DABFF9423409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880963"/>
            <a:ext cx="5580062" cy="3348037"/>
          </a:xfrm>
        </p:spPr>
      </p:pic>
      <p:sp>
        <p:nvSpPr>
          <p:cNvPr id="7" name="Titel 4">
            <a:extLst>
              <a:ext uri="{FF2B5EF4-FFF2-40B4-BE49-F238E27FC236}">
                <a16:creationId xmlns:a16="http://schemas.microsoft.com/office/drawing/2014/main" id="{B4DBDC48-27F2-40F9-0DD0-6A3F3441C7FD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1.1 Hyperparameter Sweep – Training Steps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D13540D-6722-7C9D-9837-8B1B05F62A1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epochs (training steps)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  <a:p>
            <a:endParaRPr lang="de-DE">
              <a:ea typeface="+mn-lt"/>
              <a:cs typeface="+mn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4D4DF67-0DD6-7C5B-DC3E-197FA65978D4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Ensemble variance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/>
              <a:t>Reduction of Model Training Loss</a:t>
            </a:r>
          </a:p>
        </p:txBody>
      </p:sp>
    </p:spTree>
    <p:extLst>
      <p:ext uri="{BB962C8B-B14F-4D97-AF65-F5344CB8AC3E}">
        <p14:creationId xmlns:p14="http://schemas.microsoft.com/office/powerpoint/2010/main" val="936693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45B0-3641-AF58-8D27-1F773E4F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3291788-8B5A-9294-8C34-6F2CE9E4B781}"/>
              </a:ext>
            </a:extLst>
          </p:cNvPr>
          <p:cNvSpPr/>
          <p:nvPr/>
        </p:nvSpPr>
        <p:spPr>
          <a:xfrm>
            <a:off x="360000" y="429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5C8DFF1-48A6-4A61-106C-5701A9008CB8}"/>
              </a:ext>
            </a:extLst>
          </p:cNvPr>
          <p:cNvSpPr/>
          <p:nvPr/>
        </p:nvSpPr>
        <p:spPr>
          <a:xfrm>
            <a:off x="360000" y="1956882"/>
            <a:ext cx="11160000" cy="2160000"/>
          </a:xfrm>
          <a:prstGeom prst="roundRect">
            <a:avLst>
              <a:gd name="adj" fmla="val 909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Grafik 29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2CC297A5-91AD-3A3F-C2DE-DCCB94A0B9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5" t="2761" r="6280" b="6011"/>
          <a:stretch>
            <a:fillRect/>
          </a:stretch>
        </p:blipFill>
        <p:spPr>
          <a:xfrm>
            <a:off x="3924000" y="4305882"/>
            <a:ext cx="3386771" cy="2160000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E58A5B1-9D09-5855-5FFB-82D4122E4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007396-1C20-E019-2C47-7E522A263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715022"/>
            <a:ext cx="1462304" cy="180000"/>
          </a:xfrm>
        </p:spPr>
        <p:txBody>
          <a:bodyPr/>
          <a:lstStyle/>
          <a:p>
            <a:fld id="{DD2F4C09-65E4-4AD7-8D55-83CBD210ED8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24" name="Inhaltsplatzhalter 23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55A68F65-EC23-584F-214C-6B9102B45C4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5376" r="6022" b="3226"/>
          <a:stretch>
            <a:fillRect/>
          </a:stretch>
        </p:blipFill>
        <p:spPr>
          <a:xfrm>
            <a:off x="7560000" y="1956882"/>
            <a:ext cx="3794822" cy="2304000"/>
          </a:xfrm>
        </p:spPr>
      </p:pic>
      <p:pic>
        <p:nvPicPr>
          <p:cNvPr id="26" name="Inhaltsplatzhalter 25" descr="Ein Bild, das Text,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D9A4EBA4-2C59-2EF3-1835-E74E4DC3540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1" t="6875" r="6897" b="7104"/>
          <a:stretch>
            <a:fillRect/>
          </a:stretch>
        </p:blipFill>
        <p:spPr>
          <a:xfrm>
            <a:off x="7536000" y="4296882"/>
            <a:ext cx="3780000" cy="2160000"/>
          </a:xfrm>
        </p:spPr>
      </p:pic>
      <p:pic>
        <p:nvPicPr>
          <p:cNvPr id="28" name="Grafik 27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BDD48828-BBD7-9EB3-BE9D-867EEBC783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5" t="5737" r="6845" b="5080"/>
          <a:stretch>
            <a:fillRect/>
          </a:stretch>
        </p:blipFill>
        <p:spPr>
          <a:xfrm>
            <a:off x="3852000" y="1956883"/>
            <a:ext cx="3484011" cy="2160000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4169B367-8573-F65B-88E0-EEA47CE0FCCB}"/>
              </a:ext>
            </a:extLst>
          </p:cNvPr>
          <p:cNvSpPr txBox="1"/>
          <p:nvPr/>
        </p:nvSpPr>
        <p:spPr>
          <a:xfrm>
            <a:off x="360000" y="2136882"/>
            <a:ext cx="32400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Softplus: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Smooth outline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lvl="1"/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 b="1"/>
              <a:t>ReLU: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/>
              <a:t>Partwise linear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3704F3D4-4FFA-2B66-0856-7FC09D5CFA01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sz="4000">
                <a:latin typeface="Arial Black"/>
              </a:rPr>
              <a:t>1.1 Hyperparameter Sweep – Activation Function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12114D-5ADC-872F-9CD3-A47A706875F7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Explored the impact of </a:t>
            </a:r>
            <a:r>
              <a:rPr lang="de-DE" b="1">
                <a:ea typeface="+mn-lt"/>
                <a:cs typeface="+mn-lt"/>
              </a:rPr>
              <a:t>activation functions</a:t>
            </a:r>
            <a:r>
              <a:rPr lang="de-DE">
                <a:ea typeface="+mn-lt"/>
                <a:cs typeface="+mn-lt"/>
              </a:rPr>
              <a:t> on FFNN performance through a hyperparameter sweep.</a:t>
            </a:r>
          </a:p>
        </p:txBody>
      </p:sp>
    </p:spTree>
    <p:extLst>
      <p:ext uri="{BB962C8B-B14F-4D97-AF65-F5344CB8AC3E}">
        <p14:creationId xmlns:p14="http://schemas.microsoft.com/office/powerpoint/2010/main" val="124182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DF96-CDF8-48C7-D599-122DCA70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3FF0E3-1105-F685-EBB9-F1EF2738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4BE4A3-9E09-55EC-CBB6-6E38D97AB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10</a:t>
            </a:fld>
            <a:endParaRPr lang="de-DE" sz="600"/>
          </a:p>
        </p:txBody>
      </p:sp>
      <p:pic>
        <p:nvPicPr>
          <p:cNvPr id="15" name="Inhaltsplatzhalter 14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8C778B3C-7D71-7611-59D9-D0B9E54F41A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89000"/>
            <a:ext cx="5580062" cy="3348037"/>
          </a:xfrm>
        </p:spPr>
      </p:pic>
      <p:pic>
        <p:nvPicPr>
          <p:cNvPr id="13" name="Inhaltsplatzhalter 1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FC98CF5C-B039-1C31-7C28-EB74690AEE9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383" y="1989000"/>
            <a:ext cx="5580062" cy="3348037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F43E7ED1-3597-A1EB-BF22-9F769B6D114C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1.2 Input convex neural networks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8F1F20A-6F6F-822A-B25B-C225DE87CF39}"/>
              </a:ext>
            </a:extLst>
          </p:cNvPr>
          <p:cNvSpPr txBox="1"/>
          <p:nvPr/>
        </p:nvSpPr>
        <p:spPr>
          <a:xfrm>
            <a:off x="358383" y="1271236"/>
            <a:ext cx="1151465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Adapted a NN to enforce </a:t>
            </a:r>
            <a:r>
              <a:rPr lang="de-DE" b="1">
                <a:ea typeface="+mn-lt"/>
                <a:cs typeface="+mn-lt"/>
              </a:rPr>
              <a:t>input convexity</a:t>
            </a:r>
            <a:r>
              <a:rPr lang="de-DE">
                <a:ea typeface="+mn-lt"/>
                <a:cs typeface="+mn-lt"/>
              </a:rPr>
              <a:t>, enabling physically consistent modeling of a known convex process.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B7E640-73ED-C6B0-8095-231B9FCB8B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ICNN shows better extrapolation!</a:t>
            </a:r>
            <a:endParaRPr lang="de-DE"/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FFNN seems to overfit the training data (better interpolation) and shows bad extrapolation.</a:t>
            </a:r>
          </a:p>
        </p:txBody>
      </p:sp>
    </p:spTree>
    <p:extLst>
      <p:ext uri="{BB962C8B-B14F-4D97-AF65-F5344CB8AC3E}">
        <p14:creationId xmlns:p14="http://schemas.microsoft.com/office/powerpoint/2010/main" val="118623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465CA-D2EC-4BCD-053E-4147358F0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81F43B9-3EC8-7848-01DC-CEC6D14CE6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7C5274-C84A-3A9F-2912-FBC26C4D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11</a:t>
            </a:fld>
            <a:endParaRPr lang="de-DE" sz="600"/>
          </a:p>
        </p:txBody>
      </p:sp>
      <p:pic>
        <p:nvPicPr>
          <p:cNvPr id="7" name="Inhaltsplatzhalter 6" descr="Ein Bild, das Diagramm, Zeichnung, Design enthält.&#10;&#10;KI-generierte Inhalte können fehlerhaft sein.">
            <a:extLst>
              <a:ext uri="{FF2B5EF4-FFF2-40B4-BE49-F238E27FC236}">
                <a16:creationId xmlns:a16="http://schemas.microsoft.com/office/drawing/2014/main" id="{0664A0AA-D0CA-9B0E-C3B6-D014602D7D3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4" b="4"/>
          <a:stretch>
            <a:fillRect/>
          </a:stretch>
        </p:blipFill>
        <p:spPr>
          <a:xfrm>
            <a:off x="360362" y="1980000"/>
            <a:ext cx="5580000" cy="4500000"/>
          </a:xfrm>
          <a:noFill/>
        </p:spPr>
      </p:pic>
      <p:pic>
        <p:nvPicPr>
          <p:cNvPr id="9" name="Inhaltsplatzhalter 8" descr="Ein Bild, das Diagramm, Design enthält.&#10;&#10;KI-generierte Inhalte können fehlerhaft sein.">
            <a:extLst>
              <a:ext uri="{FF2B5EF4-FFF2-40B4-BE49-F238E27FC236}">
                <a16:creationId xmlns:a16="http://schemas.microsoft.com/office/drawing/2014/main" id="{3DB53E0E-A19B-6C0F-2B81-16D027F062BB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97869"/>
            <a:ext cx="5580062" cy="4464049"/>
          </a:xfr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5846EB78-27E8-3EC0-5FD7-EC4DD8E5BBE5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2.1 Data Generation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BA2DA0B-E07A-23FE-0B07-D5BC170D8566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Generated synthetic data from two analytical functions (f1 and f2) and their gradients over a 2D grid for model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4825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628AC-E26E-63D4-00D7-500DE191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53B98F5-B1E5-B751-0591-B9EC9809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C57DB00-62E2-4E6E-0220-C86E21EFC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de-DE" sz="600"/>
          </a:p>
        </p:txBody>
      </p:sp>
      <p:pic>
        <p:nvPicPr>
          <p:cNvPr id="7" name="Inhaltsplatzhalter 6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A517C271-6F82-D70F-E733-70D55A81A6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2" y="1921600"/>
            <a:ext cx="5580000" cy="4185000"/>
          </a:xfrm>
          <a:noFill/>
        </p:spPr>
      </p:pic>
      <p:pic>
        <p:nvPicPr>
          <p:cNvPr id="9" name="Inhaltsplatzhalter 8" descr="Ein Bild, das Diagramm, Text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47BB27F-4E76-DDB1-D75A-CB68C94E9F60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214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3E9E28BF-5975-FD29-736B-CFF963F9341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A1C4D37-DE0B-91FC-B54A-FA1478C9BFAC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CA3158B-B63D-F502-FAD4-5996BACB00CE}"/>
              </a:ext>
            </a:extLst>
          </p:cNvPr>
          <p:cNvSpPr txBox="1"/>
          <p:nvPr/>
        </p:nvSpPr>
        <p:spPr>
          <a:xfrm>
            <a:off x="1276350" y="57943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non-convex problem (f1) the </a:t>
            </a:r>
            <a:r>
              <a:rPr lang="de-DE" b="1">
                <a:cs typeface="Arial"/>
              </a:rPr>
              <a:t>FFNN is flexible enough to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while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tries to fit a convex function which produces a</a:t>
            </a:r>
            <a:r>
              <a:rPr lang="de-DE" b="1">
                <a:cs typeface="Arial"/>
              </a:rPr>
              <a:t> terrible fit</a:t>
            </a:r>
          </a:p>
        </p:txBody>
      </p:sp>
    </p:spTree>
    <p:extLst>
      <p:ext uri="{BB962C8B-B14F-4D97-AF65-F5344CB8AC3E}">
        <p14:creationId xmlns:p14="http://schemas.microsoft.com/office/powerpoint/2010/main" val="1791484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2ED9-44AC-85E9-18EF-B701578CD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D2BAC8-8F3C-758C-1172-8D177DA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0000" y="6558140"/>
            <a:ext cx="1439993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785746-0150-4EDF-8065-0A83FD7712F7}" type="datetime1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13.12.2025</a:t>
            </a:fld>
            <a:endParaRPr lang="de-DE" sz="60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DFE059-36B1-78E8-E4C2-4B3DF62F7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17905" y="6558140"/>
            <a:ext cx="1462304" cy="180000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DD2F4C09-65E4-4AD7-8D55-83CBD210ED85}" type="slidenum">
              <a:rPr lang="de-DE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de-DE" sz="600"/>
          </a:p>
        </p:txBody>
      </p:sp>
      <p:pic>
        <p:nvPicPr>
          <p:cNvPr id="10" name="Inhaltsplatzhalter 9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2BAD4E3D-DD3B-61D8-396F-3CA61329387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363" y="1959571"/>
            <a:ext cx="5580062" cy="4185046"/>
          </a:xfrm>
        </p:spPr>
      </p:pic>
      <p:pic>
        <p:nvPicPr>
          <p:cNvPr id="14" name="Inhaltsplatzhalter 13" descr="Ein Bild, das Text, Diagramm, Screenshot, Zeichnung enthält.&#10;&#10;KI-generierte Inhalte können fehlerhaft sein.">
            <a:extLst>
              <a:ext uri="{FF2B5EF4-FFF2-40B4-BE49-F238E27FC236}">
                <a16:creationId xmlns:a16="http://schemas.microsoft.com/office/drawing/2014/main" id="{41CA5350-D3DF-5A67-A779-6AB9A86C4E25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788" y="1959571"/>
            <a:ext cx="5580062" cy="4185046"/>
          </a:xfrm>
        </p:spPr>
      </p:pic>
      <p:sp>
        <p:nvSpPr>
          <p:cNvPr id="6" name="Titel 4">
            <a:extLst>
              <a:ext uri="{FF2B5EF4-FFF2-40B4-BE49-F238E27FC236}">
                <a16:creationId xmlns:a16="http://schemas.microsoft.com/office/drawing/2014/main" id="{5F45A4B5-F541-9B47-85CE-DE3974FF746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2.2 Trainable Custom Layer – F2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7DDFF28-D58D-036E-631E-8415C8CFF2E0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Built and compared a standard FFNN and an ICNN to learn scalar-valued functions from 2D input, highlighting the impact of convexity constraints.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125E6FD-C857-5BA7-8318-316002DC3531}"/>
              </a:ext>
            </a:extLst>
          </p:cNvPr>
          <p:cNvSpPr txBox="1"/>
          <p:nvPr/>
        </p:nvSpPr>
        <p:spPr>
          <a:xfrm>
            <a:off x="2927350" y="5832475"/>
            <a:ext cx="63627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For the convex problem (f2) the </a:t>
            </a:r>
            <a:r>
              <a:rPr lang="de-DE" b="1">
                <a:cs typeface="Arial"/>
              </a:rPr>
              <a:t>FFNN can still fit it well</a:t>
            </a:r>
            <a:r>
              <a:rPr lang="de-DE">
                <a:cs typeface="Arial"/>
              </a:rPr>
              <a:t>, </a:t>
            </a:r>
            <a:br>
              <a:rPr lang="de-DE">
                <a:cs typeface="Arial"/>
              </a:rPr>
            </a:br>
            <a:r>
              <a:rPr lang="de-DE">
                <a:cs typeface="Arial"/>
              </a:rPr>
              <a:t>whereas now the </a:t>
            </a:r>
            <a:r>
              <a:rPr lang="de-DE" b="1">
                <a:cs typeface="Arial"/>
              </a:rPr>
              <a:t>ICNN</a:t>
            </a:r>
            <a:r>
              <a:rPr lang="de-DE">
                <a:cs typeface="Arial"/>
              </a:rPr>
              <a:t> also exhibits a good fit.</a:t>
            </a:r>
            <a:endParaRPr lang="de-DE" b="1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96104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60A9-3A82-E15E-D930-F34DFFE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9CBB33D-2A74-3288-35B3-0E34306B9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BC073C-1F07-B4E5-CA2A-6763DE666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14</a:t>
            </a:fld>
            <a:endParaRPr lang="de-DE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44DA0932-4E08-2F04-9AD0-F172DEEAB79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80435963"/>
              </p:ext>
            </p:extLst>
          </p:nvPr>
        </p:nvGraphicFramePr>
        <p:xfrm>
          <a:off x="255979" y="2635930"/>
          <a:ext cx="5580062" cy="3771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4" name="Grafik 13">
            <a:extLst>
              <a:ext uri="{FF2B5EF4-FFF2-40B4-BE49-F238E27FC236}">
                <a16:creationId xmlns:a16="http://schemas.microsoft.com/office/drawing/2014/main" id="{9A45A878-8CBF-22DD-7003-15F9DE0CF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" y="2194054"/>
            <a:ext cx="3936007" cy="327655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BAA8A69E-ED5D-070C-9213-B22BD23EE2FF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990B9B6-BE35-5902-1DFB-B4293E563AAA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20" name="Grafik 19" descr="Ein Bild, das Diagramm, Text, Design enthält.&#10;&#10;KI-generierte Inhalte können fehlerhaft sein.">
            <a:extLst>
              <a:ext uri="{FF2B5EF4-FFF2-40B4-BE49-F238E27FC236}">
                <a16:creationId xmlns:a16="http://schemas.microsoft.com/office/drawing/2014/main" id="{926DEA42-AEBB-A73E-599F-2E7F0D00F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196" y="2192055"/>
            <a:ext cx="4634758" cy="408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88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79DE-B84A-8BD0-5B30-EEAE1202F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CD56FB1-0F79-6C23-B8B1-3A25ABE5C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6FA1A6F-2CD5-CF5B-3BA0-4952107DD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4" name="Grafik 3" descr="Ein Bild, das Text, Diagramm, Zeichnung, Screenshot enthält.">
            <a:extLst>
              <a:ext uri="{FF2B5EF4-FFF2-40B4-BE49-F238E27FC236}">
                <a16:creationId xmlns:a16="http://schemas.microsoft.com/office/drawing/2014/main" id="{64199618-7EF8-47D6-02B8-EBB6B9F5C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74" y="1714016"/>
            <a:ext cx="4764850" cy="4007758"/>
          </a:xfrm>
          <a:prstGeom prst="rect">
            <a:avLst/>
          </a:prstGeom>
        </p:spPr>
      </p:pic>
      <p:sp>
        <p:nvSpPr>
          <p:cNvPr id="8" name="Titel 4">
            <a:extLst>
              <a:ext uri="{FF2B5EF4-FFF2-40B4-BE49-F238E27FC236}">
                <a16:creationId xmlns:a16="http://schemas.microsoft.com/office/drawing/2014/main" id="{E8645FE0-CB24-5941-F53C-3BFF6C98E6B2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2.3 Sobolev Training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20FDE51-3045-7E24-78B0-A5817346E137}"/>
              </a:ext>
            </a:extLst>
          </p:cNvPr>
          <p:cNvSpPr txBox="1"/>
          <p:nvPr/>
        </p:nvSpPr>
        <p:spPr>
          <a:xfrm>
            <a:off x="358383" y="8394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Extended the ICNN to output both function values and gradients, enabling </a:t>
            </a:r>
            <a:r>
              <a:rPr lang="de-DE" b="1">
                <a:ea typeface="+mn-lt"/>
                <a:cs typeface="+mn-lt"/>
              </a:rPr>
              <a:t>Sobolev training</a:t>
            </a:r>
            <a:r>
              <a:rPr lang="de-DE">
                <a:ea typeface="+mn-lt"/>
                <a:cs typeface="+mn-lt"/>
              </a:rPr>
              <a:t> using different calibration strategies.</a:t>
            </a:r>
          </a:p>
        </p:txBody>
      </p:sp>
      <p:pic>
        <p:nvPicPr>
          <p:cNvPr id="7" name="Grafik 6" descr="Ein Bild, das Text, Diagramm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5E7CC4A0-54CF-537F-8DE7-3EE6F9D34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44" y="1758950"/>
            <a:ext cx="4762500" cy="40005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1F535C43-026D-6FBB-2CD9-0C39A8DA8D19}"/>
              </a:ext>
            </a:extLst>
          </p:cNvPr>
          <p:cNvSpPr txBox="1"/>
          <p:nvPr/>
        </p:nvSpPr>
        <p:spPr>
          <a:xfrm>
            <a:off x="1276350" y="5730875"/>
            <a:ext cx="10795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only function values or gradient data for training </a:t>
            </a:r>
            <a:r>
              <a:rPr lang="de-DE" b="1">
                <a:cs typeface="Arial"/>
              </a:rPr>
              <a:t>overfits on the seen data</a:t>
            </a:r>
            <a:r>
              <a:rPr lang="de-DE">
                <a:cs typeface="Arial"/>
              </a:rPr>
              <a:t>.</a:t>
            </a:r>
          </a:p>
          <a:p>
            <a:pPr marL="285750" indent="-285750">
              <a:buFont typeface="Wingdings"/>
              <a:buChar char="Ø"/>
            </a:pPr>
            <a:r>
              <a:rPr lang="de-DE">
                <a:cs typeface="Arial"/>
              </a:rPr>
              <a:t>Using both allows a good fit for both gradient and function data predictions.</a:t>
            </a:r>
          </a:p>
        </p:txBody>
      </p:sp>
    </p:spTree>
    <p:extLst>
      <p:ext uri="{BB962C8B-B14F-4D97-AF65-F5344CB8AC3E}">
        <p14:creationId xmlns:p14="http://schemas.microsoft.com/office/powerpoint/2010/main" val="2178386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553CA-3539-5700-A5E1-04BE2B640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D54C9A5-4475-8C45-D890-C9E0C86BE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000" y="2316176"/>
            <a:ext cx="3503330" cy="327115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de-DE" b="1">
                <a:cs typeface="Arial"/>
              </a:rPr>
              <a:t>Dying ReLU Phenomenon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C3DF38-76BA-AFCD-74D0-0F093166BDE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84ED1EB-C7A6-B156-5487-64B8B8F4D6B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16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56832FB0-7D5A-8432-0004-4D3977DECB9A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>
                <a:latin typeface="Arial Black"/>
              </a:rPr>
              <a:t>2.4 Hyperelasticity</a:t>
            </a:r>
          </a:p>
          <a:p>
            <a:endParaRPr lang="de-DE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2C943AA-B49B-98BC-5641-743CC79F36E1}"/>
              </a:ext>
            </a:extLst>
          </p:cNvPr>
          <p:cNvSpPr txBox="1"/>
          <p:nvPr/>
        </p:nvSpPr>
        <p:spPr>
          <a:xfrm>
            <a:off x="358383" y="1271236"/>
            <a:ext cx="1151465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>
                <a:cs typeface="Arial"/>
              </a:rPr>
              <a:t>Task Objective: </a:t>
            </a:r>
            <a:br>
              <a:rPr lang="de-DE" b="1">
                <a:ea typeface="+mn-lt"/>
                <a:cs typeface="+mn-lt"/>
              </a:rPr>
            </a:br>
            <a:r>
              <a:rPr lang="de-DE">
                <a:ea typeface="+mn-lt"/>
                <a:cs typeface="+mn-lt"/>
              </a:rPr>
              <a:t>Applied Sobolev-trained FFNN and ICNN models to learn stress–strain behavior in soft materials via a neural potential function.</a:t>
            </a:r>
          </a:p>
        </p:txBody>
      </p:sp>
      <p:pic>
        <p:nvPicPr>
          <p:cNvPr id="12" name="Grafik 11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77FAF4A-ACC8-C957-C3FE-FC1745BC6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01" y="2635424"/>
            <a:ext cx="5178469" cy="3372111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E905AE2-6C79-4281-5112-6DD2640F4B07}"/>
              </a:ext>
            </a:extLst>
          </p:cNvPr>
          <p:cNvSpPr txBox="1"/>
          <p:nvPr/>
        </p:nvSpPr>
        <p:spPr>
          <a:xfrm>
            <a:off x="5824381" y="30522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NN models </a:t>
            </a:r>
            <a:r>
              <a:rPr lang="de-DE" b="1">
                <a:cs typeface="Arial"/>
              </a:rPr>
              <a:t>W,</a:t>
            </a:r>
            <a:r>
              <a:rPr lang="de-DE">
                <a:cs typeface="Arial"/>
              </a:rPr>
              <a:t> we train on gradient data (stress)</a:t>
            </a:r>
          </a:p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 loss function is: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8B93D05-19AE-F56E-1B6F-A646BC9644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956" y="3705354"/>
            <a:ext cx="3936007" cy="32765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69D4212A-5189-96B8-D3F1-B43A733996F6}"/>
              </a:ext>
            </a:extLst>
          </p:cNvPr>
          <p:cNvSpPr txBox="1"/>
          <p:nvPr/>
        </p:nvSpPr>
        <p:spPr>
          <a:xfrm>
            <a:off x="6167281" y="4131763"/>
            <a:ext cx="58803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>
                <a:cs typeface="Arial"/>
              </a:rPr>
              <a:t>with (α=0, β=1)</a:t>
            </a:r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E9ABCE1-4BA4-6DE5-A2C6-A31BB54456A6}"/>
              </a:ext>
            </a:extLst>
          </p:cNvPr>
          <p:cNvSpPr txBox="1"/>
          <p:nvPr/>
        </p:nvSpPr>
        <p:spPr>
          <a:xfrm>
            <a:off x="5824381" y="4538163"/>
            <a:ext cx="588038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de-DE">
                <a:cs typeface="Arial"/>
              </a:rPr>
              <a:t>Therefore, the parameter updates are proportional to the second derivative of the NN (for ReLU = 0)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59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76C3A-68E2-81B3-4261-AB7C888F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18D25A6-815A-014D-5F43-A25B0A54A7A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8785746-0150-4EDF-8065-0A83FD7712F7}" type="datetime1">
              <a:rPr lang="de-DE" smtClean="0"/>
              <a:t>13.12.2025</a:t>
            </a:fld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DF7012-86E3-23FB-14DB-0FDCCE7A43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D2F4C09-65E4-4AD7-8D55-83CBD210ED85}" type="slidenum">
              <a:rPr lang="de-DE" smtClean="0"/>
              <a:pPr/>
              <a:t>17</a:t>
            </a:fld>
            <a:endParaRPr lang="de-DE"/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4C46CFEC-6462-44B9-18FA-AACE59A66FDB}"/>
              </a:ext>
            </a:extLst>
          </p:cNvPr>
          <p:cNvSpPr txBox="1">
            <a:spLocks/>
          </p:cNvSpPr>
          <p:nvPr/>
        </p:nvSpPr>
        <p:spPr>
          <a:xfrm>
            <a:off x="360000" y="198800"/>
            <a:ext cx="9659558" cy="1080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kern="1200" cap="all" baseline="0">
                <a:solidFill>
                  <a:schemeClr val="tx1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DE" dirty="0" err="1">
                <a:latin typeface="Arial Black"/>
              </a:rPr>
              <a:t>Conclusion</a:t>
            </a:r>
            <a:endParaRPr lang="de-DE" dirty="0">
              <a:latin typeface="Arial Black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77F8712-B1BC-8174-5D3C-8D573BA8AEA0}"/>
              </a:ext>
            </a:extLst>
          </p:cNvPr>
          <p:cNvSpPr txBox="1"/>
          <p:nvPr/>
        </p:nvSpPr>
        <p:spPr>
          <a:xfrm>
            <a:off x="358383" y="1271236"/>
            <a:ext cx="115146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b="1" dirty="0">
                <a:ea typeface="+mn-lt"/>
                <a:cs typeface="Arial"/>
              </a:rPr>
              <a:t>Grafik die alle </a:t>
            </a:r>
            <a:r>
              <a:rPr lang="de-DE" b="1" dirty="0" err="1">
                <a:ea typeface="+mn-lt"/>
                <a:cs typeface="Arial"/>
              </a:rPr>
              <a:t>modelle</a:t>
            </a:r>
            <a:r>
              <a:rPr lang="de-DE" b="1" dirty="0">
                <a:ea typeface="+mn-lt"/>
                <a:cs typeface="Arial"/>
              </a:rPr>
              <a:t> abschließend vergleich, </a:t>
            </a:r>
            <a:r>
              <a:rPr lang="de-DE" b="1" dirty="0" err="1">
                <a:ea typeface="+mn-lt"/>
                <a:cs typeface="Arial"/>
              </a:rPr>
              <a:t>maybe</a:t>
            </a:r>
            <a:r>
              <a:rPr lang="de-DE" b="1" dirty="0">
                <a:ea typeface="+mn-lt"/>
                <a:cs typeface="Arial"/>
              </a:rPr>
              <a:t> noch verschiedene </a:t>
            </a:r>
            <a:r>
              <a:rPr lang="de-DE" b="1" dirty="0" err="1">
                <a:ea typeface="+mn-lt"/>
                <a:cs typeface="Arial"/>
              </a:rPr>
              <a:t>datasets</a:t>
            </a:r>
            <a:r>
              <a:rPr lang="de-DE" b="1" dirty="0">
                <a:ea typeface="+mn-lt"/>
                <a:cs typeface="Arial"/>
              </a:rPr>
              <a:t> einbauen oder so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 dirty="0">
                <a:ea typeface="+mn-lt"/>
                <a:cs typeface="Arial"/>
              </a:rPr>
              <a:t>Idee: X-Achse = „</a:t>
            </a:r>
            <a:r>
              <a:rPr lang="de-DE" b="1" dirty="0" err="1">
                <a:ea typeface="+mn-lt"/>
                <a:cs typeface="Arial"/>
              </a:rPr>
              <a:t>Number</a:t>
            </a:r>
            <a:r>
              <a:rPr lang="de-DE" b="1" dirty="0">
                <a:ea typeface="+mn-lt"/>
                <a:cs typeface="Arial"/>
              </a:rPr>
              <a:t> Datapoints </a:t>
            </a:r>
            <a:r>
              <a:rPr lang="de-DE" b="1" dirty="0" err="1">
                <a:ea typeface="+mn-lt"/>
                <a:cs typeface="Arial"/>
              </a:rPr>
              <a:t>used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for</a:t>
            </a:r>
            <a:r>
              <a:rPr lang="de-DE" b="1" dirty="0">
                <a:ea typeface="+mn-lt"/>
                <a:cs typeface="Arial"/>
              </a:rPr>
              <a:t> </a:t>
            </a:r>
            <a:r>
              <a:rPr lang="de-DE" b="1" dirty="0" err="1">
                <a:ea typeface="+mn-lt"/>
                <a:cs typeface="Arial"/>
              </a:rPr>
              <a:t>training</a:t>
            </a:r>
            <a:r>
              <a:rPr lang="de-DE" b="1" dirty="0">
                <a:ea typeface="+mn-lt"/>
                <a:cs typeface="Arial"/>
              </a:rPr>
              <a:t>“ 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 man sollte sehen, dass bei komplexerem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datenset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benötigt werden und man sollte sehen, dass PANNs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overall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weniger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brauchen und mit mehr </a:t>
            </a:r>
            <a:r>
              <a:rPr lang="de-DE" b="1" dirty="0" err="1">
                <a:ea typeface="+mn-lt"/>
                <a:cs typeface="Arial"/>
                <a:sym typeface="Wingdings" panose="05000000000000000000" pitchFamily="2" charset="2"/>
              </a:rPr>
              <a:t>datapoints</a:t>
            </a:r>
            <a:r>
              <a:rPr lang="de-DE" b="1" dirty="0">
                <a:ea typeface="+mn-lt"/>
                <a:cs typeface="Arial"/>
                <a:sym typeface="Wingdings" panose="05000000000000000000" pitchFamily="2" charset="2"/>
              </a:rPr>
              <a:t> sich weniger verbessern als FFNN</a:t>
            </a:r>
            <a:endParaRPr lang="de-DE" dirty="0">
              <a:ea typeface="+mn-lt"/>
              <a:cs typeface="+mn-lt"/>
            </a:endParaRPr>
          </a:p>
        </p:txBody>
      </p:sp>
      <p:pic>
        <p:nvPicPr>
          <p:cNvPr id="9" name="Grafik 8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56FA527-D53B-FB78-1F13-93BC9609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105" y="2643190"/>
            <a:ext cx="8553450" cy="374332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2B9EB95-B15E-D528-562D-B7B633E85986}"/>
              </a:ext>
            </a:extLst>
          </p:cNvPr>
          <p:cNvSpPr txBox="1"/>
          <p:nvPr/>
        </p:nvSpPr>
        <p:spPr>
          <a:xfrm rot="16200000">
            <a:off x="1140644" y="4271268"/>
            <a:ext cx="2479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Model Parameters</a:t>
            </a:r>
            <a:endParaRPr lang="en-GB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0F4D234-93E9-B28E-021B-2BBBDDF7F558}"/>
              </a:ext>
            </a:extLst>
          </p:cNvPr>
          <p:cNvSpPr txBox="1"/>
          <p:nvPr/>
        </p:nvSpPr>
        <p:spPr>
          <a:xfrm>
            <a:off x="3532626" y="6188808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# Datapoints in Training </a:t>
            </a:r>
            <a:r>
              <a:rPr lang="de-DE" dirty="0" err="1"/>
              <a:t>set</a:t>
            </a:r>
            <a:endParaRPr lang="en-GB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EB298AD-76E5-C3CF-10AA-732F1ED3CF14}"/>
              </a:ext>
            </a:extLst>
          </p:cNvPr>
          <p:cNvSpPr txBox="1"/>
          <p:nvPr/>
        </p:nvSpPr>
        <p:spPr>
          <a:xfrm rot="16778288">
            <a:off x="5451829" y="3031643"/>
            <a:ext cx="3314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Error RMSE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4317624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UD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6001A"/>
      </a:accent1>
      <a:accent2>
        <a:srgbClr val="004E8A"/>
      </a:accent2>
      <a:accent3>
        <a:srgbClr val="009CDA"/>
      </a:accent3>
      <a:accent4>
        <a:srgbClr val="00689D"/>
      </a:accent4>
      <a:accent5>
        <a:srgbClr val="B5B5B5"/>
      </a:accent5>
      <a:accent6>
        <a:srgbClr val="535353"/>
      </a:accent6>
      <a:hlink>
        <a:srgbClr val="243572"/>
      </a:hlink>
      <a:folHlink>
        <a:srgbClr val="611C73"/>
      </a:folHlink>
    </a:clrScheme>
    <a:fontScheme name="TU Darmstadt 2023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808</Words>
  <Application>Microsoft Office PowerPoint</Application>
  <PresentationFormat>Breitbild</PresentationFormat>
  <Paragraphs>118</Paragraphs>
  <Slides>17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Arial</vt:lpstr>
      <vt:lpstr>Arial Black</vt:lpstr>
      <vt:lpstr>Calibri</vt:lpstr>
      <vt:lpstr>Wingdings</vt:lpstr>
      <vt:lpstr>Template</vt:lpstr>
      <vt:lpstr>Tutorial Machine Learning in Solid Mechanics – Task 1</vt:lpstr>
      <vt:lpstr>PowerPoint-Präsentation</vt:lpstr>
      <vt:lpstr>Agenda</vt:lpstr>
      <vt:lpstr>PowerPoint-Präsentation</vt:lpstr>
      <vt:lpstr>PowerPoint-Präsentation</vt:lpstr>
      <vt:lpstr>PowerPoint-Präsentation</vt:lpstr>
      <vt:lpstr>1.1 Hyperparameter Sweep – Model Size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2023-05-22T13:03:01Z</dcterms:created>
  <dcterms:modified xsi:type="dcterms:W3CDTF">2025-12-13T14:19:01Z</dcterms:modified>
</cp:coreProperties>
</file>